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 autoCompressPictures="0">
  <p:sldMasterIdLst>
    <p:sldMasterId id="2147483648" r:id="rId1"/>
  </p:sldMasterIdLst>
  <p:notesMasterIdLst>
    <p:notesMasterId r:id="rId12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86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13" Type="http://schemas.openxmlformats.org/officeDocument/2006/relationships/presProps" Target="presProps.xml" /><Relationship Id="rId12" Type="http://schemas.openxmlformats.org/officeDocument/2006/relationships/notesMaster" Target="notesMasters/notesMaster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15" Type="http://schemas.openxmlformats.org/officeDocument/2006/relationships/theme" Target="theme/theme1.xml" /><Relationship Id="rId14" Type="http://schemas.openxmlformats.org/officeDocument/2006/relationships/viewProps" Target="viewProps.xml" /><Relationship Id="rId17" Type="http://schemas.openxmlformats.org/officeDocument/2006/relationships/slide" Target="slides/slide11.xml" /><Relationship Id="rId18" Type="http://schemas.openxmlformats.org/officeDocument/2006/relationships/slide" Target="slides/slide12.xml" /><Relationship Id="rId19" Type="http://schemas.openxmlformats.org/officeDocument/2006/relationships/slide" Target="slides/slide13.xml" /><Relationship Id="rId20" Type="http://schemas.openxmlformats.org/officeDocument/2006/relationships/slide" Target="slides/slide14.xml" /><Relationship Id="rId21" Type="http://schemas.openxmlformats.org/officeDocument/2006/relationships/slide" Target="slides/slide15.xml" /><Relationship Id="rId22" Type="http://schemas.openxmlformats.org/officeDocument/2006/relationships/slide" Target="slides/slide16.xml" /><Relationship Id="rId23" Type="http://schemas.openxmlformats.org/officeDocument/2006/relationships/slide" Target="slides/slide17.xml" /><Relationship Id="rId24" Type="http://schemas.openxmlformats.org/officeDocument/2006/relationships/slide" Target="slides/slide18.xml" /><Relationship Id="rId25" Type="http://schemas.openxmlformats.org/officeDocument/2006/relationships/slide" Target="slides/slide19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4118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_rels/notesSlide1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2.xml" /></Relationships>
</file>

<file path=ppt/notesSlides/_rels/notesSlide1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3.xml" /></Relationships>
</file>

<file path=ppt/notesSlides/_rels/notesSlide1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4.xml" /></Relationships>
</file>

<file path=ppt/notesSlides/_rels/notesSlide1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5.xml" /></Relationships>
</file>

<file path=ppt/notesSlides/_rels/notesSlide1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6.xml" /></Relationships>
</file>

<file path=ppt/notesSlides/_rels/notesSlide1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7.xml" /></Relationships>
</file>

<file path=ppt/notesSlides/_rels/notesSlide1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8.xml" /></Relationships>
</file>

<file path=ppt/notesSlides/_rels/notesSlide1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9.xml" /></Relationship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大家好，我是［講師姓名］。今天要分享的是我做的週報自動化 Agent，它把 @board 上的專案資料，變成每週自動寄出的週報。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先問大家一個問題，每週寫週報要花多少時間？我們團隊以前是五個人各花半小時從 @board 整理進度，主管再花十五分鐘彙整，一週加起來將近三個小時。所以我做了這個 Agent，讓週報每週自動產出、自動寄出，現在五分鐘以內就完成，省下大約百分之九十七的時間。它適合已經用 @board 管理任務的團隊，但前提是資料要在 @board 上，沒有更新的任務它也抓不到。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整個架構可以拆成四段：取、篩、寫、寄。先用 @board API 把資料拿出來，再用 Witcoder 寫程式只留下需要的欄位，接著交給 Pensieve 產生摘要，最後由 Push+ 每週定時寄出。這裡最關鍵的設計是，確定的規則交給程式，需要理解的事情才交給 LLM。先篩選可以讓結果穩定，也避免 LLM 被雜訊干擾、寫出不存在的任務。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這是實際在 Pensieve 上的週報highlight 流程。對照平台的技術選項，這個專案用到的是透過 API 的資料調用、Witcoder 與 Push+ 的工具呼叫，以及 Pensieve 的 LLM 生成。概念上類似 RAG，先取得真實資料再讓 LLM 生成，但實作方式是直接呼叫 API，而不是向量檢索。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開始之前要準備兩樣東西。第一是向 IT 申請 @board 的 API Token，第二是取得專案的 @board ID，可以從專案網址抓，也可以從 Supervisor 匯出的 Excel 找到。設定好之後，先測試 API 節點能不能回傳任務資料，能回傳就代表準備完成。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接下來用一個實際任務帶大家走一遍。第一步，在 API 節點填入專案 ID，確認有資料回來。第二步，Witcoder 只留下需要的欄位，再交給 Pensieve 寫摘要。第三步，Push+ 寄出，收件匣就會收到週報。教學時學員最常卡在兩個地方，一個是 @board ID 抓錯，另一個是流程顯示編輯中，這兩個在教材裡都有對應的解法。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這是實際的成果，我們直接看影片。驗證的時候分兩塊看，程式整理出來的欄位是事實，直接跟 @board 比對就好，LLM 寫的摘要則需要人看一眼。如果遇到異常，例如 Token 失效，就先停止寄送再處理。學員的練習是用自己的專案做出一封寄給自己的週報，信裡的任務和 @board 一致才算完成。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最後回顧一下。問題是人工週報太耗時，做法是取、篩、寫、寄四段，驗證方式是跟 @board 比對。這份教材我已經分享給十位以上的同仁，其中［Y］位已經實際做出來。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最後送大家三個原則：確定的事交給程式、需要理解的事交給 LLM，把任務拆成每一段都能檢查的步驟，以及用可驗證的成果說話。回去之後，下週五前用自己的專案做一封週報寄給自己試試看。謝謝大家。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0 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background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ection Layout"/>
          <p:cNvSpPr txBox="1"/>
          <p:nvPr/>
        </p:nvSpPr>
        <p:spPr>
          <a:xfrm>
            <a:off x="443484" y="756285"/>
            <a:ext cx="298974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FFD966"/>
                </a:solidFill>
                <a:latin typeface="Microsoft JhengHei"/>
                <a:ea typeface="Microsoft JhengHei"/>
                <a:cs typeface="Microsoft JhengHei"/>
              </a:rPr>
              <a:t>有我師 — 教材範本</a:t>
            </a:r>
          </a:p>
        </p:txBody>
      </p:sp>
      <p:pic>
        <p:nvPicPr>
          <p:cNvPr id="4" name="cover-logo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0" y="384093"/>
            <a:ext cx="1428750" cy="1422565"/>
          </a:xfrm>
          <a:prstGeom prst="rect">
            <a:avLst/>
          </a:prstGeom>
        </p:spPr>
      </p:pic>
      <p:sp>
        <p:nvSpPr>
          <p:cNvPr id="5" name="title-slot Placeholder"/>
          <p:cNvSpPr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100"/>
            </a:lvl1pPr>
          </a:lstStyle>
          <a:p>
            <a:pPr algn="l"/>
            <a:r>
              <a:rPr lang="zh-TW" altLang="en-US" sz="21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按一下以編輯母片標題樣式</a:t>
            </a:r>
            <a:endParaRPr lang="en-US"/>
          </a:p>
        </p:txBody>
      </p:sp>
      <p:sp>
        <p:nvSpPr>
          <p:cNvPr id="6" name="author-slot Placeholder"/>
          <p:cNvSpPr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Footer</a:t>
            </a:r>
            <a:endParaRPr lang="en-US"/>
          </a:p>
        </p:txBody>
      </p:sp>
      <p:sp>
        <p:nvSpPr>
          <p:cNvPr id="7" name="page-slot Placeholder"/>
          <p:cNvSpPr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79E6C7FF-47A6-465F-8D14-7CFF21595526}" type="slidenum"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‹#›</a:t>
            </a:fld>
            <a:endParaRPr lang="en-US"/>
          </a:p>
        </p:txBody>
      </p:sp>
      <p:sp>
        <p:nvSpPr>
          <p:cNvPr id="8" name="subtitle-slot Placeholder"/>
          <p:cNvSpPr>
            <a:spLocks noGrp="1"/>
          </p:cNvSpPr>
          <p:nvPr>
            <p:ph type="subTitle" idx="3"/>
          </p:nvPr>
        </p:nvSpPr>
        <p:spPr>
          <a:xfrm>
            <a:off x="457200" y="2286000"/>
            <a:ext cx="62865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400"/>
            </a:lvl1pPr>
          </a:lstStyle>
          <a:p>
            <a:pPr marL="0" indent="0" algn="l">
              <a:buNone/>
            </a:pPr>
            <a:r>
              <a:rPr lang="zh-TW" altLang="en-US" sz="24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按一下以編輯母片子標題樣式</a:t>
            </a:r>
            <a:endParaRPr lang="en-US"/>
          </a:p>
        </p:txBody>
      </p:sp>
      <p:sp>
        <p:nvSpPr>
          <p:cNvPr id="9" name="presenter-slot Placeholder"/>
          <p:cNvSpPr>
            <a:spLocks noGrp="1"/>
          </p:cNvSpPr>
          <p:nvPr>
            <p:ph type="body" idx="4"/>
          </p:nvPr>
        </p:nvSpPr>
        <p:spPr>
          <a:xfrm>
            <a:off x="457200" y="4667250"/>
            <a:ext cx="609600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100"/>
            </a:lvl1pPr>
          </a:lstStyle>
          <a:p>
            <a:pPr marL="0" lvl="0" indent="0" algn="l">
              <a:lnSpc>
                <a:spcPts val="3255"/>
              </a:lnSpc>
              <a:buNone/>
            </a:pPr>
            <a:r>
              <a:rPr lang="zh-TW" altLang="en-US" sz="21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866971753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 認證評分規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yout"/>
          <p:cNvSpPr txBox="1"/>
          <p:nvPr/>
        </p:nvSpPr>
        <p:spPr>
          <a:xfrm>
            <a:off x="443484" y="756285"/>
            <a:ext cx="257175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FFD966"/>
                </a:solidFill>
                <a:latin typeface="Microsoft JhengHei"/>
                <a:ea typeface="Microsoft JhengHei"/>
                <a:cs typeface="Microsoft JhengHei"/>
              </a:rPr>
              <a:t>發表規則與評分</a:t>
            </a:r>
          </a:p>
        </p:txBody>
      </p:sp>
      <p:sp>
        <p:nvSpPr>
          <p:cNvPr id="3" name="score-panel Layout"/>
          <p:cNvSpPr/>
          <p:nvPr/>
        </p:nvSpPr>
        <p:spPr>
          <a:xfrm>
            <a:off x="457200" y="3333750"/>
            <a:ext cx="11277600" cy="2743200"/>
          </a:xfrm>
          <a:prstGeom prst="rect">
            <a:avLst/>
          </a:prstGeom>
          <a:solidFill>
            <a:srgbClr val="1C293F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core-heading Layout"/>
          <p:cNvSpPr txBox="1"/>
          <p:nvPr/>
        </p:nvSpPr>
        <p:spPr>
          <a:xfrm>
            <a:off x="638556" y="3453765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評分項目</a:t>
            </a:r>
          </a:p>
        </p:txBody>
      </p:sp>
      <p:sp>
        <p:nvSpPr>
          <p:cNvPr id="5" name="weight-heading Layout"/>
          <p:cNvSpPr txBox="1"/>
          <p:nvPr/>
        </p:nvSpPr>
        <p:spPr>
          <a:xfrm>
            <a:off x="10563606" y="3453765"/>
            <a:ext cx="5029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權重</a:t>
            </a:r>
          </a:p>
        </p:txBody>
      </p:sp>
      <p:sp>
        <p:nvSpPr>
          <p:cNvPr id="6" name="title-slot Placeholder"/>
          <p:cNvSpPr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100"/>
            </a:lvl1pPr>
          </a:lstStyle>
          <a:p>
            <a:pPr algn="l"/>
            <a:r>
              <a:rPr lang="zh-TW" altLang="en-US" sz="21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按一下以編輯母片標題樣式</a:t>
            </a:r>
            <a:endParaRPr lang="en-US"/>
          </a:p>
        </p:txBody>
      </p:sp>
      <p:sp>
        <p:nvSpPr>
          <p:cNvPr id="7" name="author-slot Placeholder"/>
          <p:cNvSpPr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Footer</a:t>
            </a:r>
            <a:endParaRPr lang="en-US"/>
          </a:p>
        </p:txBody>
      </p:sp>
      <p:sp>
        <p:nvSpPr>
          <p:cNvPr id="8" name="page-slot Placeholder"/>
          <p:cNvSpPr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BE9BD588-8170-4BB3-931C-ED2AE91F5814}" type="slidenum"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‹#›</a:t>
            </a:fld>
            <a:endParaRPr lang="en-US"/>
          </a:p>
        </p:txBody>
      </p:sp>
      <p:sp>
        <p:nvSpPr>
          <p:cNvPr id="9" name="requirements-slot Placeholder"/>
          <p:cNvSpPr>
            <a:spLocks noGrp="1"/>
          </p:cNvSpPr>
          <p:nvPr>
            <p:ph type="body" idx="3"/>
          </p:nvPr>
        </p:nvSpPr>
        <p:spPr>
          <a:xfrm>
            <a:off x="457200" y="1981200"/>
            <a:ext cx="11277600" cy="1181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marL="0" lvl="0" indent="0" algn="l">
              <a:lnSpc>
                <a:spcPts val="2790"/>
              </a:lnSpc>
              <a:buNone/>
            </a:pPr>
            <a:r>
              <a:rPr lang="zh-TW" altLang="en-US" sz="18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0" name="criterion-0-slot Placeholder"/>
          <p:cNvSpPr>
            <a:spLocks noGrp="1"/>
          </p:cNvSpPr>
          <p:nvPr>
            <p:ph type="body" idx="4"/>
          </p:nvPr>
        </p:nvSpPr>
        <p:spPr>
          <a:xfrm>
            <a:off x="647700" y="3848100"/>
            <a:ext cx="952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1" name="weight-0-slot Placeholder"/>
          <p:cNvSpPr>
            <a:spLocks noGrp="1"/>
          </p:cNvSpPr>
          <p:nvPr>
            <p:ph type="body" idx="5"/>
          </p:nvPr>
        </p:nvSpPr>
        <p:spPr>
          <a:xfrm>
            <a:off x="10572750" y="3848100"/>
            <a:ext cx="8953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FFD966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2" name="criterion-1-slot Placeholder"/>
          <p:cNvSpPr>
            <a:spLocks noGrp="1"/>
          </p:cNvSpPr>
          <p:nvPr>
            <p:ph type="body" idx="6"/>
          </p:nvPr>
        </p:nvSpPr>
        <p:spPr>
          <a:xfrm>
            <a:off x="647700" y="4267200"/>
            <a:ext cx="952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3" name="weight-1-slot Placeholder"/>
          <p:cNvSpPr>
            <a:spLocks noGrp="1"/>
          </p:cNvSpPr>
          <p:nvPr>
            <p:ph type="body" idx="7"/>
          </p:nvPr>
        </p:nvSpPr>
        <p:spPr>
          <a:xfrm>
            <a:off x="10572750" y="4267200"/>
            <a:ext cx="8953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FFD966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4" name="criterion-2-slot Placeholder"/>
          <p:cNvSpPr>
            <a:spLocks noGrp="1"/>
          </p:cNvSpPr>
          <p:nvPr>
            <p:ph type="body" idx="8"/>
          </p:nvPr>
        </p:nvSpPr>
        <p:spPr>
          <a:xfrm>
            <a:off x="647700" y="4686300"/>
            <a:ext cx="952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5" name="weight-2-slot Placeholder"/>
          <p:cNvSpPr>
            <a:spLocks noGrp="1"/>
          </p:cNvSpPr>
          <p:nvPr>
            <p:ph type="body" idx="9"/>
          </p:nvPr>
        </p:nvSpPr>
        <p:spPr>
          <a:xfrm>
            <a:off x="10572750" y="4686300"/>
            <a:ext cx="8953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FFD966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6" name="criterion-3-slot Placeholder"/>
          <p:cNvSpPr>
            <a:spLocks noGrp="1"/>
          </p:cNvSpPr>
          <p:nvPr>
            <p:ph type="body" idx="10"/>
          </p:nvPr>
        </p:nvSpPr>
        <p:spPr>
          <a:xfrm>
            <a:off x="647700" y="5105400"/>
            <a:ext cx="952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7" name="weight-3-slot Placeholder"/>
          <p:cNvSpPr>
            <a:spLocks noGrp="1"/>
          </p:cNvSpPr>
          <p:nvPr>
            <p:ph type="body" idx="11"/>
          </p:nvPr>
        </p:nvSpPr>
        <p:spPr>
          <a:xfrm>
            <a:off x="10572750" y="5105400"/>
            <a:ext cx="8953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FFD966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8" name="criterion-4-slot Placeholder"/>
          <p:cNvSpPr>
            <a:spLocks noGrp="1"/>
          </p:cNvSpPr>
          <p:nvPr>
            <p:ph type="body" idx="12"/>
          </p:nvPr>
        </p:nvSpPr>
        <p:spPr>
          <a:xfrm>
            <a:off x="647700" y="5524500"/>
            <a:ext cx="952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9" name="weight-4-slot Placeholder"/>
          <p:cNvSpPr>
            <a:spLocks noGrp="1"/>
          </p:cNvSpPr>
          <p:nvPr>
            <p:ph type="body" idx="13"/>
          </p:nvPr>
        </p:nvSpPr>
        <p:spPr>
          <a:xfrm>
            <a:off x="10572750" y="5524500"/>
            <a:ext cx="8953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FFD966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745491897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 專案定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yout"/>
          <p:cNvSpPr txBox="1"/>
          <p:nvPr/>
        </p:nvSpPr>
        <p:spPr>
          <a:xfrm>
            <a:off x="443484" y="756285"/>
            <a:ext cx="333504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FFD966"/>
                </a:solidFill>
                <a:latin typeface="Microsoft JhengHei"/>
                <a:ea typeface="Microsoft JhengHei"/>
                <a:cs typeface="Microsoft JhengHei"/>
              </a:rPr>
              <a:t>01　專案名稱、架構</a:t>
            </a:r>
          </a:p>
        </p:txBody>
      </p:sp>
      <p:sp>
        <p:nvSpPr>
          <p:cNvPr id="3" name="summary-band Layout"/>
          <p:cNvSpPr/>
          <p:nvPr/>
        </p:nvSpPr>
        <p:spPr>
          <a:xfrm>
            <a:off x="457200" y="1866900"/>
            <a:ext cx="11277600" cy="876300"/>
          </a:xfrm>
          <a:prstGeom prst="rect">
            <a:avLst/>
          </a:prstGeom>
          <a:solidFill>
            <a:srgbClr val="1C293F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urpose-label Layout"/>
          <p:cNvSpPr txBox="1"/>
          <p:nvPr/>
        </p:nvSpPr>
        <p:spPr>
          <a:xfrm>
            <a:off x="446532" y="2916555"/>
            <a:ext cx="143484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目的與用途</a:t>
            </a:r>
          </a:p>
        </p:txBody>
      </p:sp>
      <p:sp>
        <p:nvSpPr>
          <p:cNvPr id="5" name="scope-label Layout"/>
          <p:cNvSpPr txBox="1"/>
          <p:nvPr/>
        </p:nvSpPr>
        <p:spPr>
          <a:xfrm>
            <a:off x="6161532" y="2916555"/>
            <a:ext cx="11521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使用範圍</a:t>
            </a:r>
          </a:p>
        </p:txBody>
      </p:sp>
      <p:sp>
        <p:nvSpPr>
          <p:cNvPr id="6" name="success-band Layout"/>
          <p:cNvSpPr/>
          <p:nvPr/>
        </p:nvSpPr>
        <p:spPr>
          <a:xfrm>
            <a:off x="457200" y="5191125"/>
            <a:ext cx="11277600" cy="952500"/>
          </a:xfrm>
          <a:prstGeom prst="rect">
            <a:avLst/>
          </a:prstGeom>
          <a:solidFill>
            <a:srgbClr val="1C293F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uccess-label Layout"/>
          <p:cNvSpPr txBox="1"/>
          <p:nvPr/>
        </p:nvSpPr>
        <p:spPr>
          <a:xfrm>
            <a:off x="638556" y="5282565"/>
            <a:ext cx="21991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如何知道專案成功？</a:t>
            </a:r>
          </a:p>
        </p:txBody>
      </p:sp>
      <p:sp>
        <p:nvSpPr>
          <p:cNvPr id="8" name="title-slot Placeholder"/>
          <p:cNvSpPr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100"/>
            </a:lvl1pPr>
          </a:lstStyle>
          <a:p>
            <a:pPr algn="l"/>
            <a:r>
              <a:rPr lang="zh-TW" altLang="en-US" sz="21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按一下以編輯母片標題樣式</a:t>
            </a:r>
            <a:endParaRPr lang="en-US"/>
          </a:p>
        </p:txBody>
      </p:sp>
      <p:sp>
        <p:nvSpPr>
          <p:cNvPr id="9" name="author-slot Placeholder"/>
          <p:cNvSpPr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Footer</a:t>
            </a:r>
            <a:endParaRPr lang="en-US"/>
          </a:p>
        </p:txBody>
      </p:sp>
      <p:sp>
        <p:nvSpPr>
          <p:cNvPr id="10" name="page-slot Placeholder"/>
          <p:cNvSpPr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7853D116-2468-4F40-8EB4-F895927F7637}" type="slidenum"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‹#›</a:t>
            </a:fld>
            <a:endParaRPr lang="en-US"/>
          </a:p>
        </p:txBody>
      </p:sp>
      <p:sp>
        <p:nvSpPr>
          <p:cNvPr id="11" name="summary-slot Placeholder"/>
          <p:cNvSpPr>
            <a:spLocks noGrp="1"/>
          </p:cNvSpPr>
          <p:nvPr>
            <p:ph type="body" idx="3"/>
          </p:nvPr>
        </p:nvSpPr>
        <p:spPr>
          <a:xfrm>
            <a:off x="647700" y="1971675"/>
            <a:ext cx="1089660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marL="0" lvl="0" indent="0" algn="l">
              <a:lnSpc>
                <a:spcPts val="2790"/>
              </a:lnSpc>
              <a:buNone/>
            </a:pPr>
            <a:r>
              <a:rPr lang="zh-TW" altLang="en-US" sz="180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2" name="purpose-slot Placeholder"/>
          <p:cNvSpPr>
            <a:spLocks noGrp="1"/>
          </p:cNvSpPr>
          <p:nvPr>
            <p:ph type="body" idx="4"/>
          </p:nvPr>
        </p:nvSpPr>
        <p:spPr>
          <a:xfrm>
            <a:off x="457200" y="3371850"/>
            <a:ext cx="5257800" cy="1657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marL="0" lvl="0" indent="0" algn="l">
              <a:lnSpc>
                <a:spcPts val="2790"/>
              </a:lnSpc>
              <a:buNone/>
            </a:pPr>
            <a:r>
              <a:rPr lang="zh-TW" altLang="en-US" sz="18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3" name="scope-slot Placeholder"/>
          <p:cNvSpPr>
            <a:spLocks noGrp="1"/>
          </p:cNvSpPr>
          <p:nvPr>
            <p:ph type="body" idx="5"/>
          </p:nvPr>
        </p:nvSpPr>
        <p:spPr>
          <a:xfrm>
            <a:off x="6172200" y="3371850"/>
            <a:ext cx="5562600" cy="1657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marL="0" lvl="0" indent="0" algn="l">
              <a:lnSpc>
                <a:spcPts val="2790"/>
              </a:lnSpc>
              <a:buNone/>
            </a:pPr>
            <a:r>
              <a:rPr lang="zh-TW" altLang="en-US" sz="18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4" name="success-slot Placeholder"/>
          <p:cNvSpPr>
            <a:spLocks noGrp="1"/>
          </p:cNvSpPr>
          <p:nvPr>
            <p:ph type="body" idx="6"/>
          </p:nvPr>
        </p:nvSpPr>
        <p:spPr>
          <a:xfrm>
            <a:off x="647700" y="5638800"/>
            <a:ext cx="108966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62736853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 工具與架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yout"/>
          <p:cNvSpPr txBox="1"/>
          <p:nvPr/>
        </p:nvSpPr>
        <p:spPr>
          <a:xfrm>
            <a:off x="443484" y="756285"/>
            <a:ext cx="406199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FFD966"/>
                </a:solidFill>
                <a:latin typeface="Microsoft JhengHei"/>
                <a:ea typeface="Microsoft JhengHei"/>
                <a:cs typeface="Microsoft JhengHei"/>
              </a:rPr>
              <a:t>02　運用工具與設計架構</a:t>
            </a:r>
          </a:p>
        </p:txBody>
      </p:sp>
      <p:sp>
        <p:nvSpPr>
          <p:cNvPr id="3" name="architecture-label Layout"/>
          <p:cNvSpPr txBox="1"/>
          <p:nvPr/>
        </p:nvSpPr>
        <p:spPr>
          <a:xfrm>
            <a:off x="446532" y="2802255"/>
            <a:ext cx="171754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整體工具架構</a:t>
            </a:r>
          </a:p>
        </p:txBody>
      </p:sp>
      <p:sp>
        <p:nvSpPr>
          <p:cNvPr id="4" name="architecture-band Layout"/>
          <p:cNvSpPr/>
          <p:nvPr/>
        </p:nvSpPr>
        <p:spPr>
          <a:xfrm>
            <a:off x="457200" y="3219450"/>
            <a:ext cx="11277600" cy="1733550"/>
          </a:xfrm>
          <a:prstGeom prst="rect">
            <a:avLst/>
          </a:prstGeom>
          <a:solidFill>
            <a:srgbClr val="1C293F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node-0 Layout"/>
          <p:cNvSpPr txBox="1"/>
          <p:nvPr/>
        </p:nvSpPr>
        <p:spPr>
          <a:xfrm>
            <a:off x="637794" y="3418522"/>
            <a:ext cx="54483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輸入</a:t>
            </a:r>
          </a:p>
        </p:txBody>
      </p:sp>
      <p:sp>
        <p:nvSpPr>
          <p:cNvPr id="6" name="arrow-0 Layout"/>
          <p:cNvSpPr txBox="1"/>
          <p:nvPr/>
        </p:nvSpPr>
        <p:spPr>
          <a:xfrm>
            <a:off x="2999232" y="3421380"/>
            <a:ext cx="1768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7" name="node-1 Layout"/>
          <p:cNvSpPr txBox="1"/>
          <p:nvPr/>
        </p:nvSpPr>
        <p:spPr>
          <a:xfrm>
            <a:off x="3457194" y="3418522"/>
            <a:ext cx="10698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處理流程</a:t>
            </a:r>
          </a:p>
        </p:txBody>
      </p:sp>
      <p:sp>
        <p:nvSpPr>
          <p:cNvPr id="8" name="arrow-1 Layout"/>
          <p:cNvSpPr txBox="1"/>
          <p:nvPr/>
        </p:nvSpPr>
        <p:spPr>
          <a:xfrm>
            <a:off x="5818632" y="3421380"/>
            <a:ext cx="1768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9" name="node-2 Layout"/>
          <p:cNvSpPr txBox="1"/>
          <p:nvPr/>
        </p:nvSpPr>
        <p:spPr>
          <a:xfrm>
            <a:off x="6276594" y="3418522"/>
            <a:ext cx="133235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工具／資料</a:t>
            </a:r>
          </a:p>
        </p:txBody>
      </p:sp>
      <p:sp>
        <p:nvSpPr>
          <p:cNvPr id="10" name="arrow-2 Layout"/>
          <p:cNvSpPr txBox="1"/>
          <p:nvPr/>
        </p:nvSpPr>
        <p:spPr>
          <a:xfrm>
            <a:off x="8638032" y="3421380"/>
            <a:ext cx="1768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1" name="node-3 Layout"/>
          <p:cNvSpPr txBox="1"/>
          <p:nvPr/>
        </p:nvSpPr>
        <p:spPr>
          <a:xfrm>
            <a:off x="9095994" y="3418522"/>
            <a:ext cx="54483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輸出</a:t>
            </a:r>
          </a:p>
        </p:txBody>
      </p:sp>
      <p:sp>
        <p:nvSpPr>
          <p:cNvPr id="12" name="key-label Layout"/>
          <p:cNvSpPr txBox="1"/>
          <p:nvPr/>
        </p:nvSpPr>
        <p:spPr>
          <a:xfrm>
            <a:off x="447294" y="5199698"/>
            <a:ext cx="10698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關鍵設計</a:t>
            </a:r>
          </a:p>
        </p:txBody>
      </p:sp>
      <p:sp>
        <p:nvSpPr>
          <p:cNvPr id="13" name="title-slot Placeholder"/>
          <p:cNvSpPr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100"/>
            </a:lvl1pPr>
          </a:lstStyle>
          <a:p>
            <a:pPr algn="l"/>
            <a:r>
              <a:rPr lang="zh-TW" altLang="en-US" sz="21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按一下以編輯母片標題樣式</a:t>
            </a:r>
            <a:endParaRPr lang="en-US"/>
          </a:p>
        </p:txBody>
      </p:sp>
      <p:sp>
        <p:nvSpPr>
          <p:cNvPr id="14" name="author-slot Placeholder"/>
          <p:cNvSpPr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Footer</a:t>
            </a:r>
            <a:endParaRPr lang="en-US"/>
          </a:p>
        </p:txBody>
      </p:sp>
      <p:sp>
        <p:nvSpPr>
          <p:cNvPr id="15" name="page-slot Placeholder"/>
          <p:cNvSpPr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BF56D0B3-1F59-4B7B-945F-B053E22E9F72}" type="slidenum"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‹#›</a:t>
            </a:fld>
            <a:endParaRPr lang="en-US"/>
          </a:p>
        </p:txBody>
      </p:sp>
      <p:sp>
        <p:nvSpPr>
          <p:cNvPr id="16" name="tool-purpose-slot Placeholder"/>
          <p:cNvSpPr>
            <a:spLocks noGrp="1"/>
          </p:cNvSpPr>
          <p:nvPr>
            <p:ph type="body" idx="3"/>
          </p:nvPr>
        </p:nvSpPr>
        <p:spPr>
          <a:xfrm>
            <a:off x="457200" y="1924050"/>
            <a:ext cx="112776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marL="0" lvl="0" indent="0" algn="l">
              <a:lnSpc>
                <a:spcPts val="2790"/>
              </a:lnSpc>
              <a:buNone/>
            </a:pPr>
            <a:r>
              <a:rPr lang="zh-TW" altLang="en-US" sz="180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7" name="node-detail-0-slot Placeholder"/>
          <p:cNvSpPr>
            <a:spLocks noGrp="1"/>
          </p:cNvSpPr>
          <p:nvPr>
            <p:ph type="body" idx="4"/>
          </p:nvPr>
        </p:nvSpPr>
        <p:spPr>
          <a:xfrm>
            <a:off x="647700" y="3867150"/>
            <a:ext cx="23241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marL="0" lvl="0" indent="0" algn="l">
              <a:buNone/>
            </a:pPr>
            <a:r>
              <a:rPr lang="zh-TW" altLang="en-US" sz="180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8" name="node-detail-1-slot Placeholder"/>
          <p:cNvSpPr>
            <a:spLocks noGrp="1"/>
          </p:cNvSpPr>
          <p:nvPr>
            <p:ph type="body" idx="5"/>
          </p:nvPr>
        </p:nvSpPr>
        <p:spPr>
          <a:xfrm>
            <a:off x="3467100" y="3867150"/>
            <a:ext cx="23241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marL="0" lvl="0" indent="0" algn="l">
              <a:buNone/>
            </a:pPr>
            <a:r>
              <a:rPr lang="zh-TW" altLang="en-US" sz="180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9" name="node-detail-2-slot Placeholder"/>
          <p:cNvSpPr>
            <a:spLocks noGrp="1"/>
          </p:cNvSpPr>
          <p:nvPr>
            <p:ph type="body" idx="6"/>
          </p:nvPr>
        </p:nvSpPr>
        <p:spPr>
          <a:xfrm>
            <a:off x="6286500" y="3867150"/>
            <a:ext cx="23241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marL="0" lvl="0" indent="0" algn="l">
              <a:buNone/>
            </a:pPr>
            <a:r>
              <a:rPr lang="zh-TW" altLang="en-US" sz="180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20" name="node-detail-3-slot Placeholder"/>
          <p:cNvSpPr>
            <a:spLocks noGrp="1"/>
          </p:cNvSpPr>
          <p:nvPr>
            <p:ph type="body" idx="7"/>
          </p:nvPr>
        </p:nvSpPr>
        <p:spPr>
          <a:xfrm>
            <a:off x="9105900" y="3867150"/>
            <a:ext cx="23241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marL="0" lvl="0" indent="0" algn="l">
              <a:buNone/>
            </a:pPr>
            <a:r>
              <a:rPr lang="zh-TW" altLang="en-US" sz="180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21" name="key-design-slot Placeholder"/>
          <p:cNvSpPr>
            <a:spLocks noGrp="1"/>
          </p:cNvSpPr>
          <p:nvPr>
            <p:ph type="body" idx="8"/>
          </p:nvPr>
        </p:nvSpPr>
        <p:spPr>
          <a:xfrm>
            <a:off x="457200" y="5610225"/>
            <a:ext cx="112776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marL="0" lvl="0" indent="0" algn="l">
              <a:buNone/>
            </a:pPr>
            <a:r>
              <a:rPr lang="zh-TW" altLang="en-US" sz="18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919270457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 準備與設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yout"/>
          <p:cNvSpPr txBox="1"/>
          <p:nvPr/>
        </p:nvSpPr>
        <p:spPr>
          <a:xfrm>
            <a:off x="443484" y="756285"/>
            <a:ext cx="406199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FFD966"/>
                </a:solidFill>
                <a:latin typeface="Microsoft JhengHei"/>
                <a:ea typeface="Microsoft JhengHei"/>
                <a:cs typeface="Microsoft JhengHei"/>
              </a:rPr>
              <a:t>03　操作前的準備與設定</a:t>
            </a:r>
          </a:p>
        </p:txBody>
      </p:sp>
      <p:sp>
        <p:nvSpPr>
          <p:cNvPr id="3" name="setup-picture-frame Layout"/>
          <p:cNvSpPr/>
          <p:nvPr/>
        </p:nvSpPr>
        <p:spPr>
          <a:xfrm>
            <a:off x="457200" y="1952625"/>
            <a:ext cx="6858000" cy="3238500"/>
          </a:xfrm>
          <a:prstGeom prst="rect">
            <a:avLst/>
          </a:prstGeom>
          <a:solidFill>
            <a:srgbClr val="1C293F"/>
          </a:solidFill>
          <a:ln w="19050">
            <a:solidFill>
              <a:srgbClr val="90B8F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condition-label Layout"/>
          <p:cNvSpPr txBox="1"/>
          <p:nvPr/>
        </p:nvSpPr>
        <p:spPr>
          <a:xfrm>
            <a:off x="7629144" y="1970722"/>
            <a:ext cx="10698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前置條件</a:t>
            </a:r>
          </a:p>
        </p:txBody>
      </p:sp>
      <p:sp>
        <p:nvSpPr>
          <p:cNvPr id="5" name="setting-label Layout"/>
          <p:cNvSpPr txBox="1"/>
          <p:nvPr/>
        </p:nvSpPr>
        <p:spPr>
          <a:xfrm>
            <a:off x="7629144" y="3428048"/>
            <a:ext cx="1857375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設定與設計理由</a:t>
            </a:r>
          </a:p>
        </p:txBody>
      </p:sp>
      <p:sp>
        <p:nvSpPr>
          <p:cNvPr id="6" name="check-band Layout"/>
          <p:cNvSpPr/>
          <p:nvPr/>
        </p:nvSpPr>
        <p:spPr>
          <a:xfrm>
            <a:off x="457200" y="5381625"/>
            <a:ext cx="11277600" cy="781050"/>
          </a:xfrm>
          <a:prstGeom prst="rect">
            <a:avLst/>
          </a:prstGeom>
          <a:solidFill>
            <a:srgbClr val="1C293F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itle-slot Placeholder"/>
          <p:cNvSpPr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100"/>
            </a:lvl1pPr>
          </a:lstStyle>
          <a:p>
            <a:pPr algn="l"/>
            <a:r>
              <a:rPr lang="zh-TW" altLang="en-US" sz="21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按一下以編輯母片標題樣式</a:t>
            </a:r>
            <a:endParaRPr lang="en-US"/>
          </a:p>
        </p:txBody>
      </p:sp>
      <p:sp>
        <p:nvSpPr>
          <p:cNvPr id="8" name="author-slot Placeholder"/>
          <p:cNvSpPr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Footer</a:t>
            </a:r>
            <a:endParaRPr lang="en-US"/>
          </a:p>
        </p:txBody>
      </p:sp>
      <p:sp>
        <p:nvSpPr>
          <p:cNvPr id="9" name="page-slot Placeholder"/>
          <p:cNvSpPr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3D8484ED-C2AA-42C7-9040-21A8D3F45BE0}" type="slidenum"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‹#›</a:t>
            </a:fld>
            <a:endParaRPr lang="en-US"/>
          </a:p>
        </p:txBody>
      </p:sp>
      <p:sp>
        <p:nvSpPr>
          <p:cNvPr id="10" name="setup-picture-slot Placeholder"/>
          <p:cNvSpPr>
            <a:spLocks noGrp="1"/>
          </p:cNvSpPr>
          <p:nvPr>
            <p:ph idx="3"/>
          </p:nvPr>
        </p:nvSpPr>
        <p:spPr>
          <a:xfrm>
            <a:off x="609600" y="2105025"/>
            <a:ext cx="6553200" cy="293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650"/>
            </a:lvl1pPr>
          </a:lstStyle>
          <a:p>
            <a:pPr lvl="0" algn="l">
              <a:lnSpc>
                <a:spcPts val="2558"/>
              </a:lnSpc>
            </a:pPr>
            <a:r>
              <a:rPr lang="zh-TW" altLang="en-US" sz="165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1" name="conditions-slot Placeholder"/>
          <p:cNvSpPr>
            <a:spLocks noGrp="1"/>
          </p:cNvSpPr>
          <p:nvPr>
            <p:ph type="body" idx="4"/>
          </p:nvPr>
        </p:nvSpPr>
        <p:spPr>
          <a:xfrm>
            <a:off x="7639050" y="2390775"/>
            <a:ext cx="409575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lnSpc>
                <a:spcPts val="2558"/>
              </a:lnSpc>
              <a:buNone/>
            </a:pPr>
            <a:r>
              <a:rPr lang="zh-TW" altLang="en-US" sz="165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2" name="settings-slot Placeholder"/>
          <p:cNvSpPr>
            <a:spLocks noGrp="1"/>
          </p:cNvSpPr>
          <p:nvPr>
            <p:ph type="body" idx="5"/>
          </p:nvPr>
        </p:nvSpPr>
        <p:spPr>
          <a:xfrm>
            <a:off x="7639050" y="3857625"/>
            <a:ext cx="409575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lnSpc>
                <a:spcPts val="2558"/>
              </a:lnSpc>
              <a:buNone/>
            </a:pPr>
            <a:r>
              <a:rPr lang="zh-TW" altLang="en-US" sz="165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3" name="ready-check-slot Placeholder"/>
          <p:cNvSpPr>
            <a:spLocks noGrp="1"/>
          </p:cNvSpPr>
          <p:nvPr>
            <p:ph type="body" idx="6"/>
          </p:nvPr>
        </p:nvSpPr>
        <p:spPr>
          <a:xfrm>
            <a:off x="647700" y="5591175"/>
            <a:ext cx="108966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marL="0" lvl="0" indent="0" algn="l">
              <a:buNone/>
            </a:pPr>
            <a:r>
              <a:rPr lang="zh-TW" altLang="en-US" sz="1800">
                <a:solidFill>
                  <a:srgbClr val="FFD966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168448473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 三步驟操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yout"/>
          <p:cNvSpPr txBox="1"/>
          <p:nvPr/>
        </p:nvSpPr>
        <p:spPr>
          <a:xfrm>
            <a:off x="443484" y="756285"/>
            <a:ext cx="406199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FFD966"/>
                </a:solidFill>
                <a:latin typeface="Microsoft JhengHei"/>
                <a:ea typeface="Microsoft JhengHei"/>
                <a:cs typeface="Microsoft JhengHei"/>
              </a:rPr>
              <a:t>04　用一個任務帶著操作</a:t>
            </a:r>
          </a:p>
        </p:txBody>
      </p:sp>
      <p:sp>
        <p:nvSpPr>
          <p:cNvPr id="3" name="step-picture-0-frame Layout"/>
          <p:cNvSpPr/>
          <p:nvPr/>
        </p:nvSpPr>
        <p:spPr>
          <a:xfrm>
            <a:off x="457200" y="2009775"/>
            <a:ext cx="3619500" cy="1924050"/>
          </a:xfrm>
          <a:prstGeom prst="rect">
            <a:avLst/>
          </a:prstGeom>
          <a:solidFill>
            <a:srgbClr val="1C293F"/>
          </a:solidFill>
          <a:ln w="19050">
            <a:solidFill>
              <a:srgbClr val="90B8F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tep-label-0 Layout"/>
          <p:cNvSpPr txBox="1"/>
          <p:nvPr/>
        </p:nvSpPr>
        <p:spPr>
          <a:xfrm>
            <a:off x="447294" y="4075748"/>
            <a:ext cx="155549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① 輸入與啟動</a:t>
            </a:r>
          </a:p>
        </p:txBody>
      </p:sp>
      <p:sp>
        <p:nvSpPr>
          <p:cNvPr id="5" name="step-picture-1-frame Layout"/>
          <p:cNvSpPr/>
          <p:nvPr/>
        </p:nvSpPr>
        <p:spPr>
          <a:xfrm>
            <a:off x="4286250" y="2009775"/>
            <a:ext cx="3619500" cy="1924050"/>
          </a:xfrm>
          <a:prstGeom prst="rect">
            <a:avLst/>
          </a:prstGeom>
          <a:solidFill>
            <a:srgbClr val="1C293F"/>
          </a:solidFill>
          <a:ln w="19050">
            <a:solidFill>
              <a:srgbClr val="90B8F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tep-label-1 Layout"/>
          <p:cNvSpPr txBox="1"/>
          <p:nvPr/>
        </p:nvSpPr>
        <p:spPr>
          <a:xfrm>
            <a:off x="4276344" y="4075748"/>
            <a:ext cx="129298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② 核心處理</a:t>
            </a:r>
          </a:p>
        </p:txBody>
      </p:sp>
      <p:sp>
        <p:nvSpPr>
          <p:cNvPr id="7" name="step-picture-2-frame Layout"/>
          <p:cNvSpPr/>
          <p:nvPr/>
        </p:nvSpPr>
        <p:spPr>
          <a:xfrm>
            <a:off x="8115300" y="2009775"/>
            <a:ext cx="3619500" cy="1924050"/>
          </a:xfrm>
          <a:prstGeom prst="rect">
            <a:avLst/>
          </a:prstGeom>
          <a:solidFill>
            <a:srgbClr val="1C293F"/>
          </a:solidFill>
          <a:ln w="19050">
            <a:solidFill>
              <a:srgbClr val="90B8F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tep-label-2 Layout"/>
          <p:cNvSpPr txBox="1"/>
          <p:nvPr/>
        </p:nvSpPr>
        <p:spPr>
          <a:xfrm>
            <a:off x="8105394" y="4075748"/>
            <a:ext cx="129298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③ 取得輸出</a:t>
            </a:r>
          </a:p>
        </p:txBody>
      </p:sp>
      <p:sp>
        <p:nvSpPr>
          <p:cNvPr id="9" name="title-slot Placeholder"/>
          <p:cNvSpPr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100"/>
            </a:lvl1pPr>
          </a:lstStyle>
          <a:p>
            <a:pPr algn="l"/>
            <a:r>
              <a:rPr lang="zh-TW" altLang="en-US" sz="21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按一下以編輯母片標題樣式</a:t>
            </a:r>
            <a:endParaRPr lang="en-US"/>
          </a:p>
        </p:txBody>
      </p:sp>
      <p:sp>
        <p:nvSpPr>
          <p:cNvPr id="10" name="author-slot Placeholder"/>
          <p:cNvSpPr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Footer</a:t>
            </a:r>
            <a:endParaRPr lang="en-US"/>
          </a:p>
        </p:txBody>
      </p:sp>
      <p:sp>
        <p:nvSpPr>
          <p:cNvPr id="11" name="page-slot Placeholder"/>
          <p:cNvSpPr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B0E33ABF-69F5-4302-921A-02FE41A9278A}" type="slidenum"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‹#›</a:t>
            </a:fld>
            <a:endParaRPr lang="en-US"/>
          </a:p>
        </p:txBody>
      </p:sp>
      <p:sp>
        <p:nvSpPr>
          <p:cNvPr id="12" name="step-picture-0-slot Placeholder"/>
          <p:cNvSpPr>
            <a:spLocks noGrp="1"/>
          </p:cNvSpPr>
          <p:nvPr>
            <p:ph idx="3"/>
          </p:nvPr>
        </p:nvSpPr>
        <p:spPr>
          <a:xfrm>
            <a:off x="609600" y="2162175"/>
            <a:ext cx="33147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650"/>
            </a:lvl1pPr>
          </a:lstStyle>
          <a:p>
            <a:pPr lvl="0" algn="l"/>
            <a:r>
              <a:rPr lang="zh-TW" altLang="en-US" sz="165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3" name="step-detail-0-slot Placeholder"/>
          <p:cNvSpPr>
            <a:spLocks noGrp="1"/>
          </p:cNvSpPr>
          <p:nvPr>
            <p:ph type="body" idx="4"/>
          </p:nvPr>
        </p:nvSpPr>
        <p:spPr>
          <a:xfrm>
            <a:off x="457200" y="4514850"/>
            <a:ext cx="3619500" cy="11525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lnSpc>
                <a:spcPts val="2558"/>
              </a:lnSpc>
              <a:buNone/>
            </a:pPr>
            <a:r>
              <a:rPr lang="zh-TW" altLang="en-US" sz="165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4" name="step-picture-1-slot Placeholder"/>
          <p:cNvSpPr>
            <a:spLocks noGrp="1"/>
          </p:cNvSpPr>
          <p:nvPr>
            <p:ph idx="5"/>
          </p:nvPr>
        </p:nvSpPr>
        <p:spPr>
          <a:xfrm>
            <a:off x="4438650" y="2162175"/>
            <a:ext cx="33147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650"/>
            </a:lvl1pPr>
          </a:lstStyle>
          <a:p>
            <a:pPr lvl="0" algn="l"/>
            <a:r>
              <a:rPr lang="zh-TW" altLang="en-US" sz="165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5" name="step-detail-1-slot Placeholder"/>
          <p:cNvSpPr>
            <a:spLocks noGrp="1"/>
          </p:cNvSpPr>
          <p:nvPr>
            <p:ph type="body" idx="6"/>
          </p:nvPr>
        </p:nvSpPr>
        <p:spPr>
          <a:xfrm>
            <a:off x="4286250" y="4514850"/>
            <a:ext cx="3619500" cy="11525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lnSpc>
                <a:spcPts val="2558"/>
              </a:lnSpc>
              <a:buNone/>
            </a:pPr>
            <a:r>
              <a:rPr lang="zh-TW" altLang="en-US" sz="165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6" name="step-picture-2-slot Placeholder"/>
          <p:cNvSpPr>
            <a:spLocks noGrp="1"/>
          </p:cNvSpPr>
          <p:nvPr>
            <p:ph idx="7"/>
          </p:nvPr>
        </p:nvSpPr>
        <p:spPr>
          <a:xfrm>
            <a:off x="8267700" y="2162175"/>
            <a:ext cx="33147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650"/>
            </a:lvl1pPr>
          </a:lstStyle>
          <a:p>
            <a:pPr lvl="0" algn="l"/>
            <a:r>
              <a:rPr lang="zh-TW" altLang="en-US" sz="165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7" name="step-detail-2-slot Placeholder"/>
          <p:cNvSpPr>
            <a:spLocks noGrp="1"/>
          </p:cNvSpPr>
          <p:nvPr>
            <p:ph type="body" idx="8"/>
          </p:nvPr>
        </p:nvSpPr>
        <p:spPr>
          <a:xfrm>
            <a:off x="8115300" y="4514850"/>
            <a:ext cx="3619500" cy="11525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lnSpc>
                <a:spcPts val="2558"/>
              </a:lnSpc>
              <a:buNone/>
            </a:pPr>
            <a:r>
              <a:rPr lang="zh-TW" altLang="en-US" sz="165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8" name="question-slot Placeholder"/>
          <p:cNvSpPr>
            <a:spLocks noGrp="1"/>
          </p:cNvSpPr>
          <p:nvPr>
            <p:ph type="body" idx="9"/>
          </p:nvPr>
        </p:nvSpPr>
        <p:spPr>
          <a:xfrm>
            <a:off x="457200" y="5848350"/>
            <a:ext cx="112776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FFD966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846017232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 結果驗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yout"/>
          <p:cNvSpPr txBox="1"/>
          <p:nvPr/>
        </p:nvSpPr>
        <p:spPr>
          <a:xfrm>
            <a:off x="443484" y="756285"/>
            <a:ext cx="406199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FFD966"/>
                </a:solidFill>
                <a:latin typeface="Microsoft JhengHei"/>
                <a:ea typeface="Microsoft JhengHei"/>
                <a:cs typeface="Microsoft JhengHei"/>
              </a:rPr>
              <a:t>05　結果驗證與學員實作</a:t>
            </a:r>
          </a:p>
        </p:txBody>
      </p:sp>
      <p:sp>
        <p:nvSpPr>
          <p:cNvPr id="3" name="result-picture-frame Layout"/>
          <p:cNvSpPr/>
          <p:nvPr/>
        </p:nvSpPr>
        <p:spPr>
          <a:xfrm>
            <a:off x="457200" y="2000250"/>
            <a:ext cx="6477000" cy="2628900"/>
          </a:xfrm>
          <a:prstGeom prst="rect">
            <a:avLst/>
          </a:prstGeom>
          <a:solidFill>
            <a:srgbClr val="1C293F"/>
          </a:solidFill>
          <a:ln w="19050">
            <a:solidFill>
              <a:srgbClr val="90B8F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result-label Layout"/>
          <p:cNvSpPr txBox="1"/>
          <p:nvPr/>
        </p:nvSpPr>
        <p:spPr>
          <a:xfrm>
            <a:off x="7267194" y="2046922"/>
            <a:ext cx="238239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如何判斷結果可用？</a:t>
            </a:r>
          </a:p>
        </p:txBody>
      </p:sp>
      <p:sp>
        <p:nvSpPr>
          <p:cNvPr id="5" name="practice-band Layout"/>
          <p:cNvSpPr/>
          <p:nvPr/>
        </p:nvSpPr>
        <p:spPr>
          <a:xfrm>
            <a:off x="457200" y="5448300"/>
            <a:ext cx="11277600" cy="800100"/>
          </a:xfrm>
          <a:prstGeom prst="rect">
            <a:avLst/>
          </a:prstGeom>
          <a:solidFill>
            <a:srgbClr val="1C293F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itle-slot Placeholder"/>
          <p:cNvSpPr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100"/>
            </a:lvl1pPr>
          </a:lstStyle>
          <a:p>
            <a:pPr algn="l"/>
            <a:r>
              <a:rPr lang="zh-TW" altLang="en-US" sz="21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按一下以編輯母片標題樣式</a:t>
            </a:r>
            <a:endParaRPr lang="en-US"/>
          </a:p>
        </p:txBody>
      </p:sp>
      <p:sp>
        <p:nvSpPr>
          <p:cNvPr id="7" name="author-slot Placeholder"/>
          <p:cNvSpPr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Footer</a:t>
            </a:r>
            <a:endParaRPr lang="en-US"/>
          </a:p>
        </p:txBody>
      </p:sp>
      <p:sp>
        <p:nvSpPr>
          <p:cNvPr id="8" name="page-slot Placeholder"/>
          <p:cNvSpPr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2709F787-B754-489F-B2F5-C2357A347E05}" type="slidenum"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‹#›</a:t>
            </a:fld>
            <a:endParaRPr lang="en-US"/>
          </a:p>
        </p:txBody>
      </p:sp>
      <p:sp>
        <p:nvSpPr>
          <p:cNvPr id="9" name="result-picture-slot Placeholder"/>
          <p:cNvSpPr>
            <a:spLocks noGrp="1"/>
          </p:cNvSpPr>
          <p:nvPr>
            <p:ph idx="3"/>
          </p:nvPr>
        </p:nvSpPr>
        <p:spPr>
          <a:xfrm>
            <a:off x="609600" y="2152650"/>
            <a:ext cx="6172200" cy="2324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650"/>
            </a:lvl1pPr>
          </a:lstStyle>
          <a:p>
            <a:pPr lvl="0" algn="l">
              <a:lnSpc>
                <a:spcPts val="2558"/>
              </a:lnSpc>
            </a:pPr>
            <a:r>
              <a:rPr lang="zh-TW" altLang="en-US" sz="165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0" name="demo-link-slot Placeholder"/>
          <p:cNvSpPr>
            <a:spLocks noGrp="1"/>
          </p:cNvSpPr>
          <p:nvPr>
            <p:ph type="body" idx="4"/>
          </p:nvPr>
        </p:nvSpPr>
        <p:spPr>
          <a:xfrm>
            <a:off x="457200" y="4810125"/>
            <a:ext cx="647700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1" name="result-check-slot Placeholder"/>
          <p:cNvSpPr>
            <a:spLocks noGrp="1"/>
          </p:cNvSpPr>
          <p:nvPr>
            <p:ph type="body" idx="5"/>
          </p:nvPr>
        </p:nvSpPr>
        <p:spPr>
          <a:xfrm>
            <a:off x="7277100" y="2495550"/>
            <a:ext cx="4457700" cy="266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lnSpc>
                <a:spcPts val="2558"/>
              </a:lnSpc>
              <a:buNone/>
            </a:pPr>
            <a:r>
              <a:rPr lang="zh-TW" altLang="en-US" sz="165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2" name="practice-slot Placeholder"/>
          <p:cNvSpPr>
            <a:spLocks noGrp="1"/>
          </p:cNvSpPr>
          <p:nvPr>
            <p:ph type="body" idx="6"/>
          </p:nvPr>
        </p:nvSpPr>
        <p:spPr>
          <a:xfrm>
            <a:off x="647700" y="5591175"/>
            <a:ext cx="10896600" cy="600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lnSpc>
                <a:spcPts val="2558"/>
              </a:lnSpc>
              <a:buNone/>
            </a:pPr>
            <a:r>
              <a:rPr lang="zh-TW" altLang="en-US" sz="165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820585166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 課程回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yout"/>
          <p:cNvSpPr txBox="1"/>
          <p:nvPr/>
        </p:nvSpPr>
        <p:spPr>
          <a:xfrm>
            <a:off x="443484" y="756285"/>
            <a:ext cx="224462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FFD966"/>
                </a:solidFill>
                <a:latin typeface="Microsoft JhengHei"/>
                <a:ea typeface="Microsoft JhengHei"/>
                <a:cs typeface="Microsoft JhengHei"/>
              </a:rPr>
              <a:t>06　課程回顧</a:t>
            </a:r>
          </a:p>
        </p:txBody>
      </p:sp>
      <p:sp>
        <p:nvSpPr>
          <p:cNvPr id="3" name="review-label-0 Layout"/>
          <p:cNvSpPr txBox="1"/>
          <p:nvPr/>
        </p:nvSpPr>
        <p:spPr>
          <a:xfrm>
            <a:off x="447294" y="1932622"/>
            <a:ext cx="278928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1　我們解決什麼問題？</a:t>
            </a:r>
          </a:p>
        </p:txBody>
      </p:sp>
      <p:sp>
        <p:nvSpPr>
          <p:cNvPr id="4" name="review-label-1 Layout"/>
          <p:cNvSpPr txBox="1"/>
          <p:nvPr/>
        </p:nvSpPr>
        <p:spPr>
          <a:xfrm>
            <a:off x="447294" y="2875598"/>
            <a:ext cx="226426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2　工具如何運作？</a:t>
            </a:r>
          </a:p>
        </p:txBody>
      </p:sp>
      <p:sp>
        <p:nvSpPr>
          <p:cNvPr id="5" name="review-label-2 Layout"/>
          <p:cNvSpPr txBox="1"/>
          <p:nvPr/>
        </p:nvSpPr>
        <p:spPr>
          <a:xfrm>
            <a:off x="447294" y="3818572"/>
            <a:ext cx="226426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3　如何完成操作？</a:t>
            </a:r>
          </a:p>
        </p:txBody>
      </p:sp>
      <p:sp>
        <p:nvSpPr>
          <p:cNvPr id="6" name="review-label-3 Layout"/>
          <p:cNvSpPr txBox="1"/>
          <p:nvPr/>
        </p:nvSpPr>
        <p:spPr>
          <a:xfrm>
            <a:off x="447294" y="4761548"/>
            <a:ext cx="226426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4　如何確認成功？</a:t>
            </a:r>
          </a:p>
        </p:txBody>
      </p:sp>
      <p:sp>
        <p:nvSpPr>
          <p:cNvPr id="7" name="understanding-panel Layout"/>
          <p:cNvSpPr/>
          <p:nvPr/>
        </p:nvSpPr>
        <p:spPr>
          <a:xfrm>
            <a:off x="7943850" y="1933575"/>
            <a:ext cx="3790950" cy="4029075"/>
          </a:xfrm>
          <a:prstGeom prst="rect">
            <a:avLst/>
          </a:prstGeom>
          <a:solidFill>
            <a:srgbClr val="1C293F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understanding-label Layout"/>
          <p:cNvSpPr txBox="1"/>
          <p:nvPr/>
        </p:nvSpPr>
        <p:spPr>
          <a:xfrm>
            <a:off x="8143494" y="2132648"/>
            <a:ext cx="10698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理解檢核</a:t>
            </a:r>
          </a:p>
        </p:txBody>
      </p:sp>
      <p:sp>
        <p:nvSpPr>
          <p:cNvPr id="9" name="title-slot Placeholder"/>
          <p:cNvSpPr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100"/>
            </a:lvl1pPr>
          </a:lstStyle>
          <a:p>
            <a:pPr algn="l"/>
            <a:r>
              <a:rPr lang="zh-TW" altLang="en-US" sz="21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按一下以編輯母片標題樣式</a:t>
            </a:r>
            <a:endParaRPr lang="en-US"/>
          </a:p>
        </p:txBody>
      </p:sp>
      <p:sp>
        <p:nvSpPr>
          <p:cNvPr id="10" name="author-slot Placeholder"/>
          <p:cNvSpPr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Footer</a:t>
            </a:r>
            <a:endParaRPr lang="en-US"/>
          </a:p>
        </p:txBody>
      </p:sp>
      <p:sp>
        <p:nvSpPr>
          <p:cNvPr id="11" name="page-slot Placeholder"/>
          <p:cNvSpPr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F2D54FAD-8A5A-4ADF-A770-37BB33001856}" type="slidenum"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‹#›</a:t>
            </a:fld>
            <a:endParaRPr lang="en-US"/>
          </a:p>
        </p:txBody>
      </p:sp>
      <p:sp>
        <p:nvSpPr>
          <p:cNvPr id="12" name="review-0-slot Placeholder"/>
          <p:cNvSpPr>
            <a:spLocks noGrp="1"/>
          </p:cNvSpPr>
          <p:nvPr>
            <p:ph type="body" idx="3"/>
          </p:nvPr>
        </p:nvSpPr>
        <p:spPr>
          <a:xfrm>
            <a:off x="457200" y="2305050"/>
            <a:ext cx="70866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3" name="review-1-slot Placeholder"/>
          <p:cNvSpPr>
            <a:spLocks noGrp="1"/>
          </p:cNvSpPr>
          <p:nvPr>
            <p:ph type="body" idx="4"/>
          </p:nvPr>
        </p:nvSpPr>
        <p:spPr>
          <a:xfrm>
            <a:off x="457200" y="3248025"/>
            <a:ext cx="70866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4" name="review-2-slot Placeholder"/>
          <p:cNvSpPr>
            <a:spLocks noGrp="1"/>
          </p:cNvSpPr>
          <p:nvPr>
            <p:ph type="body" idx="5"/>
          </p:nvPr>
        </p:nvSpPr>
        <p:spPr>
          <a:xfrm>
            <a:off x="457200" y="4191000"/>
            <a:ext cx="70866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5" name="review-3-slot Placeholder"/>
          <p:cNvSpPr>
            <a:spLocks noGrp="1"/>
          </p:cNvSpPr>
          <p:nvPr>
            <p:ph type="body" idx="6"/>
          </p:nvPr>
        </p:nvSpPr>
        <p:spPr>
          <a:xfrm>
            <a:off x="457200" y="5133975"/>
            <a:ext cx="70866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6" name="understanding-slot Placeholder"/>
          <p:cNvSpPr>
            <a:spLocks noGrp="1"/>
          </p:cNvSpPr>
          <p:nvPr>
            <p:ph type="body" idx="7"/>
          </p:nvPr>
        </p:nvSpPr>
        <p:spPr>
          <a:xfrm>
            <a:off x="8153400" y="2609850"/>
            <a:ext cx="3371850" cy="3038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lnSpc>
                <a:spcPts val="2558"/>
              </a:lnSpc>
              <a:buNone/>
            </a:pPr>
            <a:r>
              <a:rPr lang="zh-TW" altLang="en-US" sz="165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631954389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yout"/>
          <p:cNvSpPr txBox="1"/>
          <p:nvPr/>
        </p:nvSpPr>
        <p:spPr>
          <a:xfrm>
            <a:off x="443484" y="756285"/>
            <a:ext cx="255734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FFD966"/>
                </a:solidFill>
                <a:latin typeface="Microsoft JhengHei"/>
                <a:ea typeface="Microsoft JhengHei"/>
                <a:cs typeface="Microsoft JhengHei"/>
              </a:rPr>
              <a:t>07　TAKEAWAY</a:t>
            </a:r>
          </a:p>
        </p:txBody>
      </p:sp>
      <p:sp>
        <p:nvSpPr>
          <p:cNvPr id="3" name="action-band Layout"/>
          <p:cNvSpPr/>
          <p:nvPr/>
        </p:nvSpPr>
        <p:spPr>
          <a:xfrm>
            <a:off x="457200" y="4314825"/>
            <a:ext cx="11277600" cy="1838325"/>
          </a:xfrm>
          <a:prstGeom prst="rect">
            <a:avLst/>
          </a:prstGeom>
          <a:solidFill>
            <a:srgbClr val="1C293F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action-label Layout"/>
          <p:cNvSpPr txBox="1"/>
          <p:nvPr/>
        </p:nvSpPr>
        <p:spPr>
          <a:xfrm>
            <a:off x="637032" y="4478655"/>
            <a:ext cx="341376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回到工作後，先做這一件事</a:t>
            </a:r>
          </a:p>
        </p:txBody>
      </p:sp>
      <p:sp>
        <p:nvSpPr>
          <p:cNvPr id="5" name="title-slot Placeholder"/>
          <p:cNvSpPr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100"/>
            </a:lvl1pPr>
          </a:lstStyle>
          <a:p>
            <a:pPr algn="l"/>
            <a:r>
              <a:rPr lang="zh-TW" altLang="en-US" sz="21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按一下以編輯母片標題樣式</a:t>
            </a:r>
            <a:endParaRPr lang="en-US"/>
          </a:p>
        </p:txBody>
      </p:sp>
      <p:sp>
        <p:nvSpPr>
          <p:cNvPr id="6" name="author-slot Placeholder"/>
          <p:cNvSpPr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Footer</a:t>
            </a:r>
            <a:endParaRPr lang="en-US"/>
          </a:p>
        </p:txBody>
      </p:sp>
      <p:sp>
        <p:nvSpPr>
          <p:cNvPr id="7" name="page-slot Placeholder"/>
          <p:cNvSpPr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0B98AAED-7078-4C55-8BB8-4D547DB4B5CA}" type="slidenum"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‹#›</a:t>
            </a:fld>
            <a:endParaRPr lang="en-US"/>
          </a:p>
        </p:txBody>
      </p:sp>
      <p:sp>
        <p:nvSpPr>
          <p:cNvPr id="8" name="principle-0-slot Placeholder"/>
          <p:cNvSpPr>
            <a:spLocks noGrp="1"/>
          </p:cNvSpPr>
          <p:nvPr>
            <p:ph type="body" idx="3"/>
          </p:nvPr>
        </p:nvSpPr>
        <p:spPr>
          <a:xfrm>
            <a:off x="457200" y="2085975"/>
            <a:ext cx="112776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100"/>
            </a:lvl1pPr>
          </a:lstStyle>
          <a:p>
            <a:pPr marL="0" lvl="0" indent="0" algn="l">
              <a:buNone/>
            </a:pPr>
            <a:r>
              <a:rPr lang="zh-TW" altLang="en-US" sz="21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9" name="principle-1-slot Placeholder"/>
          <p:cNvSpPr>
            <a:spLocks noGrp="1"/>
          </p:cNvSpPr>
          <p:nvPr>
            <p:ph type="body" idx="4"/>
          </p:nvPr>
        </p:nvSpPr>
        <p:spPr>
          <a:xfrm>
            <a:off x="457200" y="2771775"/>
            <a:ext cx="112776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100"/>
            </a:lvl1pPr>
          </a:lstStyle>
          <a:p>
            <a:pPr marL="0" lvl="0" indent="0" algn="l">
              <a:buNone/>
            </a:pPr>
            <a:r>
              <a:rPr lang="zh-TW" altLang="en-US" sz="21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0" name="principle-2-slot Placeholder"/>
          <p:cNvSpPr>
            <a:spLocks noGrp="1"/>
          </p:cNvSpPr>
          <p:nvPr>
            <p:ph type="body" idx="5"/>
          </p:nvPr>
        </p:nvSpPr>
        <p:spPr>
          <a:xfrm>
            <a:off x="457200" y="3457575"/>
            <a:ext cx="112776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100"/>
            </a:lvl1pPr>
          </a:lstStyle>
          <a:p>
            <a:pPr marL="0" lvl="0" indent="0" algn="l">
              <a:buNone/>
            </a:pPr>
            <a:r>
              <a:rPr lang="zh-TW" altLang="en-US" sz="21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1" name="action-slot Placeholder"/>
          <p:cNvSpPr>
            <a:spLocks noGrp="1"/>
          </p:cNvSpPr>
          <p:nvPr>
            <p:ph type="body" idx="6"/>
          </p:nvPr>
        </p:nvSpPr>
        <p:spPr>
          <a:xfrm>
            <a:off x="647700" y="4943475"/>
            <a:ext cx="1089660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marL="0" lvl="0" indent="0" algn="l">
              <a:lnSpc>
                <a:spcPts val="2790"/>
              </a:lnSpc>
              <a:buNone/>
            </a:pPr>
            <a:r>
              <a:rPr lang="zh-TW" altLang="en-US" sz="18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12" name="contact-slot Placeholder"/>
          <p:cNvSpPr>
            <a:spLocks noGrp="1"/>
          </p:cNvSpPr>
          <p:nvPr>
            <p:ph type="body" idx="7"/>
          </p:nvPr>
        </p:nvSpPr>
        <p:spPr>
          <a:xfrm>
            <a:off x="647700" y="5734050"/>
            <a:ext cx="10896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81532445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 技術參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yout"/>
          <p:cNvSpPr txBox="1"/>
          <p:nvPr/>
        </p:nvSpPr>
        <p:spPr>
          <a:xfrm>
            <a:off x="443484" y="756285"/>
            <a:ext cx="329869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FFD966"/>
                </a:solidFill>
                <a:latin typeface="Microsoft JhengHei"/>
                <a:ea typeface="Microsoft JhengHei"/>
                <a:cs typeface="Microsoft JhengHei"/>
              </a:rPr>
              <a:t>技術選擇與任務拆解</a:t>
            </a:r>
          </a:p>
        </p:txBody>
      </p:sp>
      <p:sp>
        <p:nvSpPr>
          <p:cNvPr id="3" name="title-slot Placeholder"/>
          <p:cNvSpPr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100"/>
            </a:lvl1pPr>
          </a:lstStyle>
          <a:p>
            <a:pPr algn="l"/>
            <a:r>
              <a:rPr lang="zh-TW" altLang="en-US" sz="21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按一下以編輯母片標題樣式</a:t>
            </a:r>
            <a:endParaRPr lang="en-US"/>
          </a:p>
        </p:txBody>
      </p:sp>
      <p:sp>
        <p:nvSpPr>
          <p:cNvPr id="4" name="author-slot Placeholder"/>
          <p:cNvSpPr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Footer</a:t>
            </a:r>
            <a:endParaRPr lang="en-US"/>
          </a:p>
        </p:txBody>
      </p:sp>
      <p:sp>
        <p:nvSpPr>
          <p:cNvPr id="5" name="page-slot Placeholder"/>
          <p:cNvSpPr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E943E6BB-40BE-4D03-A4E8-3BEE95967024}" type="slidenum"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‹#›</a:t>
            </a:fld>
            <a:endParaRPr lang="en-US"/>
          </a:p>
        </p:txBody>
      </p:sp>
      <p:sp>
        <p:nvSpPr>
          <p:cNvPr id="6" name="technology-slot Placeholder"/>
          <p:cNvSpPr>
            <a:spLocks noGrp="1"/>
          </p:cNvSpPr>
          <p:nvPr>
            <p:ph type="body" idx="3"/>
          </p:nvPr>
        </p:nvSpPr>
        <p:spPr>
          <a:xfrm>
            <a:off x="457200" y="2009775"/>
            <a:ext cx="5191125" cy="1495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/>
            </a:lvl1pPr>
          </a:lstStyle>
          <a:p>
            <a:pPr marL="0" lvl="0" indent="0" algn="l">
              <a:lnSpc>
                <a:spcPts val="3022"/>
              </a:lnSpc>
              <a:buNone/>
            </a:pPr>
            <a:r>
              <a:rPr lang="zh-TW" altLang="en-US" sz="195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7" name="tools-slot Placeholder"/>
          <p:cNvSpPr>
            <a:spLocks noGrp="1"/>
          </p:cNvSpPr>
          <p:nvPr>
            <p:ph type="body" idx="4"/>
          </p:nvPr>
        </p:nvSpPr>
        <p:spPr>
          <a:xfrm>
            <a:off x="457200" y="3781425"/>
            <a:ext cx="5191125" cy="2228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marL="0" lvl="0" indent="0" algn="l">
              <a:lnSpc>
                <a:spcPts val="2790"/>
              </a:lnSpc>
              <a:buNone/>
            </a:pPr>
            <a:r>
              <a:rPr lang="zh-TW" altLang="en-US" sz="1800">
                <a:solidFill>
                  <a:srgbClr val="FFFFFF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  <p:sp>
        <p:nvSpPr>
          <p:cNvPr id="8" name="reference-caption-slot Placeholder"/>
          <p:cNvSpPr>
            <a:spLocks noGrp="1"/>
          </p:cNvSpPr>
          <p:nvPr>
            <p:ph type="body" idx="5"/>
          </p:nvPr>
        </p:nvSpPr>
        <p:spPr>
          <a:xfrm>
            <a:off x="6048375" y="5572125"/>
            <a:ext cx="5686425" cy="619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650"/>
            </a:lvl1pPr>
          </a:lstStyle>
          <a:p>
            <a:pPr marL="0" lvl="0" indent="0" algn="l">
              <a:buNone/>
            </a:pPr>
            <a:r>
              <a:rPr lang="zh-TW" altLang="en-US" sz="1650">
                <a:solidFill>
                  <a:srgbClr val="C7D4E8"/>
                </a:solidFill>
                <a:latin typeface="Microsoft JhengHei"/>
                <a:ea typeface="Microsoft JhengHei"/>
              </a:rPr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086049813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有我師｜教學母片">
    <p:bg>
      <p:bgPr>
        <a:solidFill>
          <a:srgbClr val="10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urity Master"/>
          <p:cNvSpPr txBox="1"/>
          <p:nvPr/>
        </p:nvSpPr>
        <p:spPr>
          <a:xfrm>
            <a:off x="8661654" y="6423660"/>
            <a:ext cx="2088713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ASE Confidential / Security-C</a:t>
            </a:r>
            <a:endParaRPr lang="en-US" sz="1200" dirty="0">
              <a:solidFill>
                <a:srgbClr val="C7D4E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brand Master"/>
          <p:cNvSpPr txBox="1"/>
          <p:nvPr/>
        </p:nvSpPr>
        <p:spPr>
          <a:xfrm>
            <a:off x="450342" y="406718"/>
            <a:ext cx="21945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0B8FF"/>
                </a:solidFill>
                <a:latin typeface="Microsoft JhengHei"/>
                <a:ea typeface="Microsoft JhengHei"/>
                <a:cs typeface="Microsoft JhengHei"/>
              </a:rPr>
              <a:t>有我師｜講師發表教學範本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xStyles>
    <p:titleStyle>
      <a:lvl1pPr algn="ctr" defTabSz="4572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1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notesSlide" Target="../notesSlides/notesSlide12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3.xml" /></Relationships>
</file>

<file path=ppt/slides/_rels/slide14.xml.rels><?xml version='1.0' encoding='utf-8'?>
<Relationships xmlns="http://schemas.openxmlformats.org/package/2006/relationships"><Relationship Id="rId3" Type="http://schemas.openxmlformats.org/officeDocument/2006/relationships/image" Target="../media/image3.png" /><Relationship Id="rId1" Type="http://schemas.openxmlformats.org/officeDocument/2006/relationships/slideLayout" Target="../slideLayouts/slideLayout10.xml" /><Relationship Id="rId4" Type="http://schemas.openxmlformats.org/officeDocument/2006/relationships/notesSlide" Target="../notesSlides/notesSlide14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notesSlide" Target="../notesSlides/notesSlide15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rId2" Type="http://schemas.openxmlformats.org/officeDocument/2006/relationships/notesSlide" Target="../notesSlides/notesSlide16.xml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7.xml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8.xml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9.xml" /></Relationships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-slot Placeholder Carrier"/>
          <p:cNvSpPr txBox="1"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21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讓 @board 資訊變得可視化</a:t>
            </a:r>
          </a:p>
        </p:txBody>
      </p:sp>
      <p:sp>
        <p:nvSpPr>
          <p:cNvPr id="9" name="author-slot Placeholder Carrier"/>
          <p:cNvSpPr txBox="1"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［講師姓名］／［單位／團隊］／［日期］</a:t>
            </a:r>
          </a:p>
        </p:txBody>
      </p:sp>
      <p:sp>
        <p:nvSpPr>
          <p:cNvPr id="10" name="page-slot Placeholder Carrier"/>
          <p:cNvSpPr txBox="1"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fld id="{964709C9-9568-45CC-AFDE-7EE70F01AE1A}" type="slidenum"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1</a:t>
            </a:fld>
            <a:endParaRPr lang="en-US" sz="1050" dirty="0">
              <a:solidFill>
                <a:srgbClr val="C7D4E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1" name="subtitle-slot Placeholder Carrier"/>
          <p:cNvSpPr txBox="1">
            <a:spLocks noGrp="1"/>
          </p:cNvSpPr>
          <p:nvPr>
            <p:ph type="subTitle" idx="3"/>
          </p:nvPr>
        </p:nvSpPr>
        <p:spPr>
          <a:xfrm>
            <a:off x="457200" y="2286000"/>
            <a:ext cx="62865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zh-CN" sz="24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週報自動化 Agent</a:t>
            </a:r>
            <a:br/>
            <a:r>
              <a:rPr lang="zh-CN" sz="24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API × Witcoder × Pensieve × Push+</a:t>
            </a:r>
          </a:p>
        </p:txBody>
      </p:sp>
      <p:sp>
        <p:nvSpPr>
          <p:cNvPr id="12" name="presenter-slot Placeholder Carrier"/>
          <p:cNvSpPr txBox="1">
            <a:spLocks noGrp="1"/>
          </p:cNvSpPr>
          <p:nvPr>
            <p:ph type="body" idx="4"/>
          </p:nvPr>
        </p:nvSpPr>
        <p:spPr>
          <a:xfrm>
            <a:off x="457200" y="4667250"/>
            <a:ext cx="609600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3255"/>
              </a:lnSpc>
              <a:buNone/>
            </a:pPr>
            <a:r>
              <a:rPr lang="zh-CN" sz="21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［講師姓名］</a:t>
            </a:r>
            <a:br/>
            <a:r>
              <a:rPr lang="zh-CN" sz="21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［單位／團隊］</a:t>
            </a:r>
          </a:p>
        </p:txBody>
      </p:sp>
    </p:spTree>
  </p:cSld>
  <p:clrMapOvr>
    <a:masterClrMapping/>
  </p:clrMapOvr>
  <p:transition p14:dur="500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-slot Placeholder Carrier"/>
          <p:cNvSpPr txBox="1"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21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讓 @board 資訊變得可視化：週報自動化 Agent</a:t>
            </a:r>
          </a:p>
        </p:txBody>
      </p:sp>
      <p:sp>
        <p:nvSpPr>
          <p:cNvPr id="12" name="author-slot Placeholder Carrier"/>
          <p:cNvSpPr txBox="1"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［講師姓名］／［單位／團隊］／［日期］</a:t>
            </a:r>
          </a:p>
        </p:txBody>
      </p:sp>
      <p:sp>
        <p:nvSpPr>
          <p:cNvPr id="13" name="page-slot Placeholder Carrier"/>
          <p:cNvSpPr txBox="1"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4" name="summary-slot Placeholder Carrier"/>
          <p:cNvSpPr txBox="1">
            <a:spLocks noGrp="1"/>
          </p:cNvSpPr>
          <p:nvPr>
            <p:ph type="body" idx="3"/>
          </p:nvPr>
        </p:nvSpPr>
        <p:spPr>
          <a:xfrm>
            <a:off x="647700" y="1971675"/>
            <a:ext cx="1089660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790"/>
              </a:lnSpc>
              <a:buNone/>
            </a:pPr>
            <a:r>
              <a:rPr lang="zh-CN" sz="180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一句話：為需要每週回報進度的專案團隊，解決人工整理週報耗時的問題，</a:t>
            </a:r>
            <a:br/>
            <a:r>
              <a:rPr lang="zh-CN" sz="180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透過 API + Witcoder + Pensieve + Push+ 產出每週定時寄出的週報郵件。</a:t>
            </a:r>
          </a:p>
        </p:txBody>
      </p:sp>
      <p:sp>
        <p:nvSpPr>
          <p:cNvPr id="15" name="purpose-slot Placeholder Carrier"/>
          <p:cNvSpPr txBox="1">
            <a:spLocks noGrp="1"/>
          </p:cNvSpPr>
          <p:nvPr>
            <p:ph type="body" idx="4"/>
          </p:nvPr>
        </p:nvSpPr>
        <p:spPr>
          <a:xfrm>
            <a:off x="457200" y="3371850"/>
            <a:ext cx="5257800" cy="1657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790"/>
              </a:lnSpc>
              <a:buNone/>
            </a:pPr>
            <a:r>
              <a:rPr lang="zh-CN" sz="18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現況痛點：5 人各花 30 分，主管再彙整 15 分</a:t>
            </a:r>
            <a:br/>
            <a:r>
              <a:rPr lang="zh-CN" sz="18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專案目的：週報從人工彙整變成自動產出</a:t>
            </a:r>
            <a:br/>
            <a:r>
              <a:rPr lang="zh-CN" sz="18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用途：每週定時抓取、篩選、摘要、寄出</a:t>
            </a:r>
          </a:p>
        </p:txBody>
      </p:sp>
      <p:sp>
        <p:nvSpPr>
          <p:cNvPr id="16" name="scope-slot Placeholder Carrier"/>
          <p:cNvSpPr txBox="1">
            <a:spLocks noGrp="1"/>
          </p:cNvSpPr>
          <p:nvPr>
            <p:ph type="body" idx="5"/>
          </p:nvPr>
        </p:nvSpPr>
        <p:spPr>
          <a:xfrm>
            <a:off x="6172200" y="3371850"/>
            <a:ext cx="5562600" cy="1657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790"/>
              </a:lnSpc>
              <a:buNone/>
            </a:pPr>
            <a:r>
              <a:rPr lang="zh-CN" sz="18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適用：已用 @board 管理任務、需週期回報的團隊</a:t>
            </a:r>
            <a:br/>
            <a:r>
              <a:rPr lang="zh-CN" sz="18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不適用：未在 @board 更新的任務、即時通知</a:t>
            </a:r>
            <a:br/>
            <a:r>
              <a:rPr lang="zh-CN" sz="18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負責窗口：［講師姓名］，維護 Token 與流程</a:t>
            </a:r>
          </a:p>
        </p:txBody>
      </p:sp>
      <p:sp>
        <p:nvSpPr>
          <p:cNvPr id="17" name="success-slot Placeholder Carrier"/>
          <p:cNvSpPr txBox="1">
            <a:spLocks noGrp="1"/>
          </p:cNvSpPr>
          <p:nvPr>
            <p:ph type="body" idx="6"/>
          </p:nvPr>
        </p:nvSpPr>
        <p:spPr>
          <a:xfrm>
            <a:off x="647700" y="5638800"/>
            <a:ext cx="108966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成功指標：165 → 5 分鐘（-97%）、［Y］人已實作　代理：週報highlight</a:t>
            </a:r>
          </a:p>
        </p:txBody>
      </p:sp>
    </p:spTree>
  </p:cSld>
  <p:clrMapOvr>
    <a:masterClrMapping/>
  </p:clrMapOvr>
  <p:transition p14:dur="500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-slot Placeholder Carrier"/>
          <p:cNvSpPr txBox="1"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21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主要工具：@board API／Witcoder／Pensieve／Push+</a:t>
            </a:r>
          </a:p>
        </p:txBody>
      </p:sp>
      <p:sp>
        <p:nvSpPr>
          <p:cNvPr id="17" name="author-slot Placeholder Carrier"/>
          <p:cNvSpPr txBox="1"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［講師姓名］／［單位／團隊］／［日期］</a:t>
            </a:r>
          </a:p>
        </p:txBody>
      </p:sp>
      <p:sp>
        <p:nvSpPr>
          <p:cNvPr id="18" name="page-slot Placeholder Carrier"/>
          <p:cNvSpPr txBox="1"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9" name="tool-purpose-slot Placeholder Carrier"/>
          <p:cNvSpPr txBox="1">
            <a:spLocks noGrp="1"/>
          </p:cNvSpPr>
          <p:nvPr>
            <p:ph type="body" idx="3"/>
          </p:nvPr>
        </p:nvSpPr>
        <p:spPr>
          <a:xfrm>
            <a:off x="457200" y="1924050"/>
            <a:ext cx="112776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790"/>
              </a:lnSpc>
              <a:buNone/>
            </a:pPr>
            <a:r>
              <a:rPr lang="zh-CN" sz="180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用途：API 取資料 → Witcoder 篩選欄位 → Pensieve 產生摘要 → Push+ 寄送</a:t>
            </a:r>
            <a:br/>
            <a:r>
              <a:rPr lang="zh-CN" sz="180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選用原因：確定的規則交給程式（穩定、可重現），需要理解的才交給 LLM</a:t>
            </a:r>
          </a:p>
        </p:txBody>
      </p:sp>
      <p:sp>
        <p:nvSpPr>
          <p:cNvPr id="20" name="node-detail-0-slot Placeholder Carrier"/>
          <p:cNvSpPr txBox="1">
            <a:spLocks noGrp="1"/>
          </p:cNvSpPr>
          <p:nvPr>
            <p:ph type="body" idx="4"/>
          </p:nvPr>
        </p:nvSpPr>
        <p:spPr>
          <a:xfrm>
            <a:off x="647700" y="3867150"/>
            <a:ext cx="23241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zh-CN" sz="180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排程觸發</a:t>
            </a:r>
            <a:br/>
            <a:r>
              <a:rPr lang="zh-CN" sz="180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@board 專案 ID</a:t>
            </a:r>
          </a:p>
        </p:txBody>
      </p:sp>
      <p:sp>
        <p:nvSpPr>
          <p:cNvPr id="21" name="node-detail-1-slot Placeholder Carrier"/>
          <p:cNvSpPr txBox="1">
            <a:spLocks noGrp="1"/>
          </p:cNvSpPr>
          <p:nvPr>
            <p:ph type="body" idx="5"/>
          </p:nvPr>
        </p:nvSpPr>
        <p:spPr>
          <a:xfrm>
            <a:off x="3467100" y="3867150"/>
            <a:ext cx="23241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zh-CN" sz="180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取→篩→寫→寄</a:t>
            </a:r>
            <a:br/>
            <a:r>
              <a:rPr lang="zh-CN" sz="180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四段串接</a:t>
            </a:r>
          </a:p>
        </p:txBody>
      </p:sp>
      <p:sp>
        <p:nvSpPr>
          <p:cNvPr id="22" name="node-detail-2-slot Placeholder Carrier"/>
          <p:cNvSpPr txBox="1">
            <a:spLocks noGrp="1"/>
          </p:cNvSpPr>
          <p:nvPr>
            <p:ph type="body" idx="6"/>
          </p:nvPr>
        </p:nvSpPr>
        <p:spPr>
          <a:xfrm>
            <a:off x="6286500" y="3867150"/>
            <a:ext cx="23241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zh-CN" sz="180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@board API</a:t>
            </a:r>
            <a:br/>
            <a:r>
              <a:rPr lang="zh-CN" sz="180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Witcoder／Pensieve</a:t>
            </a:r>
          </a:p>
        </p:txBody>
      </p:sp>
      <p:sp>
        <p:nvSpPr>
          <p:cNvPr id="23" name="node-detail-3-slot Placeholder Carrier"/>
          <p:cNvSpPr txBox="1">
            <a:spLocks noGrp="1"/>
          </p:cNvSpPr>
          <p:nvPr>
            <p:ph type="body" idx="7"/>
          </p:nvPr>
        </p:nvSpPr>
        <p:spPr>
          <a:xfrm>
            <a:off x="9105900" y="3867150"/>
            <a:ext cx="23241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zh-CN" sz="180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週報 Email</a:t>
            </a:r>
            <a:br/>
            <a:r>
              <a:rPr lang="zh-CN" sz="180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（Push+ 寄送）</a:t>
            </a:r>
          </a:p>
        </p:txBody>
      </p:sp>
      <p:sp>
        <p:nvSpPr>
          <p:cNvPr id="24" name="key-design-slot Placeholder Carrier"/>
          <p:cNvSpPr txBox="1">
            <a:spLocks noGrp="1"/>
          </p:cNvSpPr>
          <p:nvPr>
            <p:ph type="body" idx="8"/>
          </p:nvPr>
        </p:nvSpPr>
        <p:spPr>
          <a:xfrm>
            <a:off x="457200" y="5610225"/>
            <a:ext cx="112776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sz="18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取／篩／寫／寄｜API 資料調用｜先篩再給 LLM｜固定格式輸出</a:t>
            </a:r>
          </a:p>
        </p:txBody>
      </p:sp>
    </p:spTree>
  </p:cSld>
  <p:clrMapOvr>
    <a:masterClrMapping/>
  </p:clrMapOvr>
  <p:transition p14:dur="500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-slot Placeholder Carrier"/>
          <p:cNvSpPr txBox="1"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1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週報highlight Workflow</a:t>
            </a:r>
          </a:p>
        </p:txBody>
      </p:sp>
      <p:sp>
        <p:nvSpPr>
          <p:cNvPr id="7" name="author-slot Placeholder Carrier"/>
          <p:cNvSpPr txBox="1"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［講師姓名］／［單位／團隊］／［日期］</a:t>
            </a:r>
          </a:p>
        </p:txBody>
      </p:sp>
      <p:sp>
        <p:nvSpPr>
          <p:cNvPr id="8" name="page-slot Placeholder Carrier"/>
          <p:cNvSpPr txBox="1"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9" name="technology-slot Placeholder Carrier"/>
          <p:cNvSpPr txBox="1">
            <a:spLocks noGrp="1"/>
          </p:cNvSpPr>
          <p:nvPr>
            <p:ph type="body" idx="3"/>
          </p:nvPr>
        </p:nvSpPr>
        <p:spPr>
          <a:xfrm>
            <a:off x="457200" y="2009775"/>
            <a:ext cx="5191125" cy="1495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3022"/>
              </a:lnSpc>
              <a:buNone/>
            </a:pPr>
            <a:r>
              <a:rPr lang="zh-CN" sz="19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取：API 取得 @board 資料</a:t>
            </a:r>
            <a:br/>
            <a:r>
              <a:rPr lang="zh-CN" sz="19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篩：Witcoder 程式整理欄位</a:t>
            </a:r>
            <a:br/>
            <a:r>
              <a:rPr lang="zh-CN" sz="19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寫：Pensieve 產生摘要</a:t>
            </a:r>
            <a:br/>
            <a:r>
              <a:rPr lang="zh-CN" sz="19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寄：Push+ 每週定時寄出</a:t>
            </a:r>
          </a:p>
        </p:txBody>
      </p:sp>
      <p:sp>
        <p:nvSpPr>
          <p:cNvPr id="10" name="tools-slot Placeholder Carrier"/>
          <p:cNvSpPr txBox="1">
            <a:spLocks noGrp="1"/>
          </p:cNvSpPr>
          <p:nvPr>
            <p:ph type="body" idx="4"/>
          </p:nvPr>
        </p:nvSpPr>
        <p:spPr>
          <a:xfrm>
            <a:off x="457200" y="3781425"/>
            <a:ext cx="5191125" cy="2228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790"/>
              </a:lnSpc>
              <a:buNone/>
            </a:pPr>
            <a:r>
              <a:rPr lang="zh-CN" sz="18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DB 資料調用：@board API</a:t>
            </a:r>
            <a:br/>
            <a:r>
              <a:rPr lang="zh-CN" sz="18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Call Tool：Witcoder、Push+</a:t>
            </a:r>
            <a:br/>
            <a:r>
              <a:rPr lang="zh-CN" sz="18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LLM 生成：Pensieve 週報摘要</a:t>
            </a:r>
            <a:br/>
            <a:r>
              <a:rPr lang="zh-CN" sz="18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類 RAG：先取資料，再生成</a:t>
            </a:r>
          </a:p>
        </p:txBody>
      </p:sp>
      <p:pic>
        <p:nvPicPr>
          <p:cNvPr id="11" name="reference-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5" y="2273579"/>
            <a:ext cx="5686425" cy="2806142"/>
          </a:xfrm>
          <a:prstGeom prst="rect">
            <a:avLst/>
          </a:prstGeom>
        </p:spPr>
      </p:pic>
      <p:sp>
        <p:nvSpPr>
          <p:cNvPr id="12" name="reference-caption-slot Placeholder Carrier"/>
          <p:cNvSpPr txBox="1">
            <a:spLocks noGrp="1"/>
          </p:cNvSpPr>
          <p:nvPr>
            <p:ph type="body" idx="5"/>
          </p:nvPr>
        </p:nvSpPr>
        <p:spPr>
          <a:xfrm>
            <a:off x="6048375" y="5572125"/>
            <a:ext cx="5686425" cy="619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zh-CN" sz="16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［請換成：週報highlight 流程截圖］</a:t>
            </a:r>
          </a:p>
        </p:txBody>
      </p:sp>
    </p:spTree>
  </p:cSld>
  <p:clrMapOvr>
    <a:masterClrMapping/>
  </p:clrMapOvr>
  <p:transition p14:dur="500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-slot Placeholder Carrier"/>
          <p:cNvSpPr txBox="1"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21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Pensieve 流程平台 + @board API</a:t>
            </a:r>
          </a:p>
        </p:txBody>
      </p:sp>
      <p:sp>
        <p:nvSpPr>
          <p:cNvPr id="11" name="author-slot Placeholder Carrier"/>
          <p:cNvSpPr txBox="1"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［講師姓名］／［單位／團隊］／［日期］</a:t>
            </a:r>
          </a:p>
        </p:txBody>
      </p:sp>
      <p:sp>
        <p:nvSpPr>
          <p:cNvPr id="12" name="page-slot Placeholder Carrier"/>
          <p:cNvSpPr txBox="1"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13" name="setup-picture-slot Placeholder Carrier"/>
          <p:cNvSpPr txBox="1">
            <a:spLocks noGrp="1"/>
          </p:cNvSpPr>
          <p:nvPr>
            <p:ph idx="3"/>
          </p:nvPr>
        </p:nvSpPr>
        <p:spPr>
          <a:xfrm>
            <a:off x="609600" y="2105025"/>
            <a:ext cx="6553200" cy="293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ts val="2558"/>
              </a:lnSpc>
            </a:pPr>
            <a:r>
              <a:rPr lang="zh-CN" sz="16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［貼上：API 節點設定畫面截圖］</a:t>
            </a:r>
            <a:br/>
            <a:r>
              <a:rPr lang="zh-CN" sz="16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以 ① ② ③ 標示 Token、專案 ID、排程時間</a:t>
            </a:r>
          </a:p>
        </p:txBody>
      </p:sp>
      <p:sp>
        <p:nvSpPr>
          <p:cNvPr id="14" name="conditions-slot Placeholder Carrier"/>
          <p:cNvSpPr txBox="1">
            <a:spLocks noGrp="1"/>
          </p:cNvSpPr>
          <p:nvPr>
            <p:ph type="body" idx="4"/>
          </p:nvPr>
        </p:nvSpPr>
        <p:spPr>
          <a:xfrm>
            <a:off x="7639050" y="2390775"/>
            <a:ext cx="409575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558"/>
              </a:lnSpc>
              <a:buNone/>
            </a:pPr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API Token：向 IT 申請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專案 ID：網址或匯出 Excel</a:t>
            </a:r>
          </a:p>
        </p:txBody>
      </p:sp>
      <p:sp>
        <p:nvSpPr>
          <p:cNvPr id="15" name="settings-slot Placeholder Carrier"/>
          <p:cNvSpPr txBox="1">
            <a:spLocks noGrp="1"/>
          </p:cNvSpPr>
          <p:nvPr>
            <p:ph type="body" idx="5"/>
          </p:nvPr>
        </p:nvSpPr>
        <p:spPr>
          <a:xfrm>
            <a:off x="7639050" y="3857625"/>
            <a:ext cx="409575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558"/>
              </a:lnSpc>
              <a:buNone/>
            </a:pPr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① Token：依指定專案開通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② 專案 ID：決定週報範圍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③ 排程：週會前自動寄達</a:t>
            </a:r>
          </a:p>
        </p:txBody>
      </p:sp>
      <p:sp>
        <p:nvSpPr>
          <p:cNvPr id="16" name="ready-check-slot Placeholder Carrier"/>
          <p:cNvSpPr txBox="1">
            <a:spLocks noGrp="1"/>
          </p:cNvSpPr>
          <p:nvPr>
            <p:ph type="body" idx="6"/>
          </p:nvPr>
        </p:nvSpPr>
        <p:spPr>
          <a:xfrm>
            <a:off x="647700" y="5591175"/>
            <a:ext cx="108966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sz="1800" dirty="0">
                <a:solidFill>
                  <a:srgbClr val="FFD966"/>
                </a:solidFill>
                <a:latin typeface="Microsoft JhengHei"/>
                <a:ea typeface="Microsoft JhengHei"/>
                <a:cs typeface="Microsoft JhengHei"/>
              </a:rPr>
              <a:t>準備完成檢核：API 節點測試能回傳 @board 任務資料</a:t>
            </a:r>
          </a:p>
        </p:txBody>
      </p:sp>
    </p:spTree>
  </p:cSld>
  <p:clrMapOvr>
    <a:masterClrMapping/>
  </p:clrMapOvr>
  <p:transition p14:dur="500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slot Placeholder Carrier"/>
          <p:cNvSpPr txBox="1"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21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示範任務：用 @board 專案資料，自動產出本週週報</a:t>
            </a:r>
          </a:p>
        </p:txBody>
      </p:sp>
      <p:sp>
        <p:nvSpPr>
          <p:cNvPr id="13" name="author-slot Placeholder Carrier"/>
          <p:cNvSpPr txBox="1"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［講師姓名］／［單位／團隊］／［日期］</a:t>
            </a:r>
          </a:p>
        </p:txBody>
      </p:sp>
      <p:sp>
        <p:nvSpPr>
          <p:cNvPr id="14" name="page-slot Placeholder Carrier"/>
          <p:cNvSpPr txBox="1"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15" name="step-picture-0-slot Placeholder Carrier"/>
          <p:cNvSpPr txBox="1">
            <a:spLocks noGrp="1"/>
          </p:cNvSpPr>
          <p:nvPr>
            <p:ph idx="3"/>
          </p:nvPr>
        </p:nvSpPr>
        <p:spPr>
          <a:xfrm>
            <a:off x="609600" y="2162175"/>
            <a:ext cx="33147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6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［貼上：API 節點與回傳資料截圖］</a:t>
            </a:r>
          </a:p>
        </p:txBody>
      </p:sp>
      <p:sp>
        <p:nvSpPr>
          <p:cNvPr id="16" name="step-detail-0-slot Placeholder Carrier"/>
          <p:cNvSpPr txBox="1">
            <a:spLocks noGrp="1"/>
          </p:cNvSpPr>
          <p:nvPr>
            <p:ph type="body" idx="4"/>
          </p:nvPr>
        </p:nvSpPr>
        <p:spPr>
          <a:xfrm>
            <a:off x="457200" y="4514850"/>
            <a:ext cx="3619500" cy="11525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558"/>
              </a:lnSpc>
              <a:buNone/>
            </a:pPr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操作：API 節點填入專案 ID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輸入：Token、@board ID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確認：回傳任務資料</a:t>
            </a:r>
          </a:p>
        </p:txBody>
      </p:sp>
      <p:sp>
        <p:nvSpPr>
          <p:cNvPr id="17" name="step-picture-1-slot Placeholder Carrier"/>
          <p:cNvSpPr txBox="1">
            <a:spLocks noGrp="1"/>
          </p:cNvSpPr>
          <p:nvPr>
            <p:ph idx="5"/>
          </p:nvPr>
        </p:nvSpPr>
        <p:spPr>
          <a:xfrm>
            <a:off x="4438650" y="2162175"/>
            <a:ext cx="33147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6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［貼上：Witcoder 與 Pensieve 截圖］</a:t>
            </a:r>
          </a:p>
        </p:txBody>
      </p:sp>
      <p:sp>
        <p:nvSpPr>
          <p:cNvPr id="18" name="step-detail-1-slot Placeholder Carrier"/>
          <p:cNvSpPr txBox="1">
            <a:spLocks noGrp="1"/>
          </p:cNvSpPr>
          <p:nvPr>
            <p:ph type="body" idx="6"/>
          </p:nvPr>
        </p:nvSpPr>
        <p:spPr>
          <a:xfrm>
            <a:off x="4286250" y="4514850"/>
            <a:ext cx="3619500" cy="11525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558"/>
              </a:lnSpc>
              <a:buNone/>
            </a:pPr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操作：Witcoder → Pensieve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設計：程式先篩欄位再給 LLM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確認：篩選結果與摘要</a:t>
            </a:r>
          </a:p>
        </p:txBody>
      </p:sp>
      <p:sp>
        <p:nvSpPr>
          <p:cNvPr id="19" name="step-picture-2-slot Placeholder Carrier"/>
          <p:cNvSpPr txBox="1">
            <a:spLocks noGrp="1"/>
          </p:cNvSpPr>
          <p:nvPr>
            <p:ph idx="7"/>
          </p:nvPr>
        </p:nvSpPr>
        <p:spPr>
          <a:xfrm>
            <a:off x="8267700" y="2162175"/>
            <a:ext cx="33147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6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［貼上：收到的週報 Email 截圖］</a:t>
            </a:r>
          </a:p>
        </p:txBody>
      </p:sp>
      <p:sp>
        <p:nvSpPr>
          <p:cNvPr id="20" name="step-detail-2-slot Placeholder Carrier"/>
          <p:cNvSpPr txBox="1">
            <a:spLocks noGrp="1"/>
          </p:cNvSpPr>
          <p:nvPr>
            <p:ph type="body" idx="8"/>
          </p:nvPr>
        </p:nvSpPr>
        <p:spPr>
          <a:xfrm>
            <a:off x="8115300" y="4514850"/>
            <a:ext cx="3619500" cy="11525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558"/>
              </a:lnSpc>
              <a:buNone/>
            </a:pPr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操作：Push+ 定時寄出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產出：週報 Email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確認：收件匣收到週報</a:t>
            </a:r>
          </a:p>
        </p:txBody>
      </p:sp>
      <p:sp>
        <p:nvSpPr>
          <p:cNvPr id="21" name="question-slot Placeholder Carrier"/>
          <p:cNvSpPr txBox="1">
            <a:spLocks noGrp="1"/>
          </p:cNvSpPr>
          <p:nvPr>
            <p:ph type="body" idx="9"/>
          </p:nvPr>
        </p:nvSpPr>
        <p:spPr>
          <a:xfrm>
            <a:off x="457200" y="5848350"/>
            <a:ext cx="112776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sz="1650" dirty="0">
                <a:solidFill>
                  <a:srgbClr val="FFD966"/>
                </a:solidFill>
                <a:latin typeface="Microsoft JhengHei"/>
                <a:ea typeface="Microsoft JhengHei"/>
                <a:cs typeface="Microsoft JhengHei"/>
              </a:rPr>
              <a:t>停下來問：最容易錯的是 @board ID 與「編輯中」狀態；為什麼先篩再給 LLM？</a:t>
            </a:r>
          </a:p>
        </p:txBody>
      </p:sp>
    </p:spTree>
  </p:cSld>
  <p:clrMapOvr>
    <a:masterClrMapping/>
  </p:clrMapOvr>
  <p:transition p14:dur="500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-slot Placeholder Carrier"/>
          <p:cNvSpPr txBox="1"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21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示範結果：每週自動寄出的週報 Email</a:t>
            </a:r>
          </a:p>
        </p:txBody>
      </p:sp>
      <p:sp>
        <p:nvSpPr>
          <p:cNvPr id="10" name="author-slot Placeholder Carrier"/>
          <p:cNvSpPr txBox="1"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［講師姓名］／［單位／團隊］／［日期］</a:t>
            </a:r>
          </a:p>
        </p:txBody>
      </p:sp>
      <p:sp>
        <p:nvSpPr>
          <p:cNvPr id="11" name="page-slot Placeholder Carrier"/>
          <p:cNvSpPr txBox="1"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12" name="result-picture-slot Placeholder Carrier"/>
          <p:cNvSpPr txBox="1">
            <a:spLocks noGrp="1"/>
          </p:cNvSpPr>
          <p:nvPr>
            <p:ph idx="3"/>
          </p:nvPr>
        </p:nvSpPr>
        <p:spPr>
          <a:xfrm>
            <a:off x="609600" y="2152650"/>
            <a:ext cx="6172200" cy="2324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ts val="2558"/>
              </a:lnSpc>
            </a:pPr>
            <a:r>
              <a:rPr lang="zh-CN" sz="16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［貼上：週報 Email 截圖］</a:t>
            </a:r>
            <a:br/>
            <a:r>
              <a:rPr lang="zh-CN" sz="16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標示：Witcoder 整理的欄位＝正確輸出</a:t>
            </a:r>
            <a:br/>
            <a:r>
              <a:rPr lang="zh-CN" sz="16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Pensieve 摘要＝需人工判讀</a:t>
            </a:r>
          </a:p>
        </p:txBody>
      </p:sp>
      <p:sp>
        <p:nvSpPr>
          <p:cNvPr id="13" name="demo-link-slot Placeholder Carrier"/>
          <p:cNvSpPr txBox="1">
            <a:spLocks noGrp="1"/>
          </p:cNvSpPr>
          <p:nvPr>
            <p:ph type="body" idx="4"/>
          </p:nvPr>
        </p:nvSpPr>
        <p:spPr>
          <a:xfrm>
            <a:off x="457200" y="4810125"/>
            <a:ext cx="647700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sz="16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Demo 影片：［檔名］觸發 → 收信，約 60 秒</a:t>
            </a:r>
          </a:p>
        </p:txBody>
      </p:sp>
      <p:sp>
        <p:nvSpPr>
          <p:cNvPr id="14" name="result-check-slot Placeholder Carrier"/>
          <p:cNvSpPr txBox="1">
            <a:spLocks noGrp="1"/>
          </p:cNvSpPr>
          <p:nvPr>
            <p:ph type="body" idx="5"/>
          </p:nvPr>
        </p:nvSpPr>
        <p:spPr>
          <a:xfrm>
            <a:off x="7277100" y="2495550"/>
            <a:ext cx="4457700" cy="266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558"/>
              </a:lnSpc>
              <a:buNone/>
            </a:pPr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正確性：與 @board 原始資料比對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完整性：每位成員、進行中任務皆出現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異常情境：流程「編輯中」、Token 失效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處理方式：取消編輯中、重新申請 Token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無法確認：先停止寄送，聯絡［講師姓名］</a:t>
            </a:r>
          </a:p>
        </p:txBody>
      </p:sp>
      <p:sp>
        <p:nvSpPr>
          <p:cNvPr id="15" name="practice-slot Placeholder Carrier"/>
          <p:cNvSpPr txBox="1">
            <a:spLocks noGrp="1"/>
          </p:cNvSpPr>
          <p:nvPr>
            <p:ph type="body" idx="6"/>
          </p:nvPr>
        </p:nvSpPr>
        <p:spPr>
          <a:xfrm>
            <a:off x="647700" y="5591175"/>
            <a:ext cx="10896600" cy="600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558"/>
              </a:lnSpc>
              <a:buNone/>
            </a:pPr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練習任務：用自己負責的 @board 專案，做一封寄給自己的週報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繳交成果：週報 Email 截圖　完成標準：內容與 @board 一致、排程已設定</a:t>
            </a:r>
          </a:p>
        </p:txBody>
      </p:sp>
    </p:spTree>
  </p:cSld>
  <p:clrMapOvr>
    <a:masterClrMapping/>
  </p:clrMapOvr>
  <p:transition p14:dur="500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slot Placeholder Carrier"/>
          <p:cNvSpPr txBox="1"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21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學習成果：學員能用自己的 @board 專案，建立自動寄送的週報</a:t>
            </a:r>
          </a:p>
        </p:txBody>
      </p:sp>
      <p:sp>
        <p:nvSpPr>
          <p:cNvPr id="13" name="author-slot Placeholder Carrier"/>
          <p:cNvSpPr txBox="1"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［講師姓名］／［單位／團隊］／［日期］</a:t>
            </a:r>
          </a:p>
        </p:txBody>
      </p:sp>
      <p:sp>
        <p:nvSpPr>
          <p:cNvPr id="14" name="page-slot Placeholder Carrier"/>
          <p:cNvSpPr txBox="1"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15" name="review-0-slot Placeholder Carrier"/>
          <p:cNvSpPr txBox="1">
            <a:spLocks noGrp="1"/>
          </p:cNvSpPr>
          <p:nvPr>
            <p:ph type="body" idx="3"/>
          </p:nvPr>
        </p:nvSpPr>
        <p:spPr>
          <a:xfrm>
            <a:off x="457200" y="2305050"/>
            <a:ext cx="70866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sz="16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人工週報耗時 → 自動產出 → 適用有用 @board 的團隊</a:t>
            </a:r>
          </a:p>
        </p:txBody>
      </p:sp>
      <p:sp>
        <p:nvSpPr>
          <p:cNvPr id="16" name="review-1-slot Placeholder Carrier"/>
          <p:cNvSpPr txBox="1">
            <a:spLocks noGrp="1"/>
          </p:cNvSpPr>
          <p:nvPr>
            <p:ph type="body" idx="4"/>
          </p:nvPr>
        </p:nvSpPr>
        <p:spPr>
          <a:xfrm>
            <a:off x="457200" y="3248025"/>
            <a:ext cx="70866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sz="16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API → Witcoder 篩選 → Pensieve 摘要 → Push+ 寄出</a:t>
            </a:r>
          </a:p>
        </p:txBody>
      </p:sp>
      <p:sp>
        <p:nvSpPr>
          <p:cNvPr id="17" name="review-2-slot Placeholder Carrier"/>
          <p:cNvSpPr txBox="1">
            <a:spLocks noGrp="1"/>
          </p:cNvSpPr>
          <p:nvPr>
            <p:ph type="body" idx="5"/>
          </p:nvPr>
        </p:nvSpPr>
        <p:spPr>
          <a:xfrm>
            <a:off x="457200" y="4191000"/>
            <a:ext cx="70866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sz="16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申請 Token、取得 ID → 設定流程 → 收到週報</a:t>
            </a:r>
          </a:p>
        </p:txBody>
      </p:sp>
      <p:sp>
        <p:nvSpPr>
          <p:cNvPr id="18" name="review-3-slot Placeholder Carrier"/>
          <p:cNvSpPr txBox="1">
            <a:spLocks noGrp="1"/>
          </p:cNvSpPr>
          <p:nvPr>
            <p:ph type="body" idx="6"/>
          </p:nvPr>
        </p:nvSpPr>
        <p:spPr>
          <a:xfrm>
            <a:off x="457200" y="5133975"/>
            <a:ext cx="70866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sz="16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比對 @board → 165 降到 5 分鐘 → ［Y］人已實作</a:t>
            </a:r>
          </a:p>
        </p:txBody>
      </p:sp>
      <p:sp>
        <p:nvSpPr>
          <p:cNvPr id="19" name="understanding-slot Placeholder Carrier"/>
          <p:cNvSpPr txBox="1">
            <a:spLocks noGrp="1"/>
          </p:cNvSpPr>
          <p:nvPr>
            <p:ph type="body" idx="7"/>
          </p:nvPr>
        </p:nvSpPr>
        <p:spPr>
          <a:xfrm>
            <a:off x="8153400" y="2609850"/>
            <a:ext cx="3371850" cy="3038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ts val="2558"/>
              </a:lnSpc>
              <a:buNone/>
            </a:pPr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請學員用自己的話說明：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什麼報告適合自動化？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為什麼先篩選再給 LLM？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流程顯示編輯中怎麼辦？</a:t>
            </a:r>
            <a:br/>
            <a:r>
              <a:rPr lang="zh-CN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依回答補充，而非重講教材。</a:t>
            </a:r>
          </a:p>
        </p:txBody>
      </p:sp>
    </p:spTree>
  </p:cSld>
  <p:clrMapOvr>
    <a:masterClrMapping/>
  </p:clrMapOvr>
  <p:transition p14:dur="500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-slot Placeholder Carrier"/>
          <p:cNvSpPr txBox="1">
            <a:spLocks noGrp="1"/>
          </p:cNvSpPr>
          <p:nvPr>
            <p:ph type="title"/>
          </p:nvPr>
        </p:nvSpPr>
        <p:spPr>
          <a:xfrm>
            <a:off x="457200" y="12382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21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帶走三個可應用的原則</a:t>
            </a:r>
          </a:p>
        </p:txBody>
      </p:sp>
      <p:sp>
        <p:nvSpPr>
          <p:cNvPr id="9" name="author-slot Placeholder Carrier"/>
          <p:cNvSpPr txBox="1">
            <a:spLocks noGrp="1"/>
          </p:cNvSpPr>
          <p:nvPr>
            <p:ph type="ftr" idx="1"/>
          </p:nvPr>
        </p:nvSpPr>
        <p:spPr>
          <a:xfrm>
            <a:off x="457200" y="6400800"/>
            <a:ext cx="676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［講師姓名］／［單位／團隊］／［日期］</a:t>
            </a:r>
          </a:p>
        </p:txBody>
      </p:sp>
      <p:sp>
        <p:nvSpPr>
          <p:cNvPr id="10" name="page-slot Placeholder Carrier"/>
          <p:cNvSpPr txBox="1">
            <a:spLocks noGrp="1"/>
          </p:cNvSpPr>
          <p:nvPr>
            <p:ph type="sldNum" idx="2"/>
          </p:nvPr>
        </p:nvSpPr>
        <p:spPr>
          <a:xfrm>
            <a:off x="11430000" y="6400800"/>
            <a:ext cx="30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11" name="principle-0-slot Placeholder Carrier"/>
          <p:cNvSpPr txBox="1">
            <a:spLocks noGrp="1"/>
          </p:cNvSpPr>
          <p:nvPr>
            <p:ph type="body" idx="3"/>
          </p:nvPr>
        </p:nvSpPr>
        <p:spPr>
          <a:xfrm>
            <a:off x="457200" y="2085975"/>
            <a:ext cx="112776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sz="21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01　確定的事交給程式，理解的事交給 LLM</a:t>
            </a:r>
          </a:p>
        </p:txBody>
      </p:sp>
      <p:sp>
        <p:nvSpPr>
          <p:cNvPr id="12" name="principle-1-slot Placeholder Carrier"/>
          <p:cNvSpPr txBox="1">
            <a:spLocks noGrp="1"/>
          </p:cNvSpPr>
          <p:nvPr>
            <p:ph type="body" idx="4"/>
          </p:nvPr>
        </p:nvSpPr>
        <p:spPr>
          <a:xfrm>
            <a:off x="457200" y="2771775"/>
            <a:ext cx="112776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sz="21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02　拆解任務：取、篩、寫、寄，每段都能檢查</a:t>
            </a:r>
          </a:p>
        </p:txBody>
      </p:sp>
      <p:sp>
        <p:nvSpPr>
          <p:cNvPr id="13" name="principle-2-slot Placeholder Carrier"/>
          <p:cNvSpPr txBox="1">
            <a:spLocks noGrp="1"/>
          </p:cNvSpPr>
          <p:nvPr>
            <p:ph type="body" idx="5"/>
          </p:nvPr>
        </p:nvSpPr>
        <p:spPr>
          <a:xfrm>
            <a:off x="457200" y="3457575"/>
            <a:ext cx="112776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sz="21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03　用可驗證的成果說話：165 → 5 分鐘</a:t>
            </a:r>
          </a:p>
        </p:txBody>
      </p:sp>
      <p:sp>
        <p:nvSpPr>
          <p:cNvPr id="14" name="action-slot Placeholder Carrier"/>
          <p:cNvSpPr txBox="1">
            <a:spLocks noGrp="1"/>
          </p:cNvSpPr>
          <p:nvPr>
            <p:ph type="body" idx="6"/>
          </p:nvPr>
        </p:nvSpPr>
        <p:spPr>
          <a:xfrm>
            <a:off x="647700" y="4943475"/>
            <a:ext cx="1089660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ts val="2790"/>
              </a:lnSpc>
              <a:buNone/>
            </a:pPr>
            <a:r>
              <a:rPr lang="zh-CN" sz="18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在下週五前，用自己負責的 @board 專案完成一封自動週報，</a:t>
            </a:r>
            <a:br/>
            <a:r>
              <a:rPr lang="zh-CN" sz="18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寄給自己，並記錄節省的時間。</a:t>
            </a:r>
          </a:p>
        </p:txBody>
      </p:sp>
      <p:sp>
        <p:nvSpPr>
          <p:cNvPr id="15" name="contact-slot Placeholder Carrier"/>
          <p:cNvSpPr txBox="1">
            <a:spLocks noGrp="1"/>
          </p:cNvSpPr>
          <p:nvPr>
            <p:ph type="body" idx="7"/>
          </p:nvPr>
        </p:nvSpPr>
        <p:spPr>
          <a:xfrm>
            <a:off x="647700" y="5734050"/>
            <a:ext cx="10896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sz="1650" dirty="0">
                <a:solidFill>
                  <a:srgbClr val="C7D4E8"/>
                </a:solidFill>
                <a:latin typeface="Microsoft JhengHei"/>
                <a:ea typeface="Microsoft JhengHei"/>
                <a:cs typeface="Microsoft JhengHei"/>
              </a:rPr>
              <a:t>教材／工具：［教材連結］　問題回饋：［講師姓名／聯絡方式］</a:t>
            </a:r>
          </a:p>
        </p:txBody>
      </p:sp>
    </p:spTree>
  </p:cSld>
  <p:clrMapOvr>
    <a:masterClrMapping/>
  </p:clrMapOvr>
  <p:transition p14:dur="500" advClick="1">
    <p:fade/>
  </p:transition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Security C</Template>
  <TotalTime>0</TotalTime>
  <Words>1391</Words>
  <Application>Microsoft Office PowerPoint</Application>
  <PresentationFormat>寬螢幕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Microsoft JhengHei</vt:lpstr>
      <vt:lpstr>Arial</vt:lpstr>
      <vt:lpstr>Calibri</vt:lpstr>
      <vt:lpstr>Office 佈景主題</vt:lpstr>
      <vt:lpstr>［專案／課程名稱］</vt:lpstr>
      <vt:lpstr>認證評估</vt:lpstr>
      <vt:lpstr>［專案名稱］</vt:lpstr>
      <vt:lpstr>主要工具：［工具名稱／版本］</vt:lpstr>
      <vt:lpstr>［操作環境／設定項目］</vt:lpstr>
      <vt:lpstr>示範任務：［工作目標／使用的輸入資料］</vt:lpstr>
      <vt:lpstr>［示範結果／學員練習名稱］</vt:lpstr>
      <vt:lpstr>學習成果：［學員現在能獨立完成的任務］</vt:lpstr>
      <vt:lpstr>帶走三個可應用的原則</vt:lpstr>
      <vt:lpstr>Workflow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［專案／課程名稱］</dc:title>
  <dc:subject/>
  <dc:creator>郭寶媚</dc:creator>
  <cp:keywords>Security C</cp:keywords>
  <dc:description>Security C</dc:description>
  <cp:lastModifiedBy>郭寶媚</cp:lastModifiedBy>
  <cp:revision>1</cp:revision>
  <dcterms:created xsi:type="dcterms:W3CDTF">2026-10-23T06:47:43Z</dcterms:created>
  <dcterms:modified xsi:type="dcterms:W3CDTF">2026-10-23T06:48:17Z</dcterms:modified>
  <cp:category/>
  <cp:contentStatus/>
  <dc:language/>
</cp:coreProperties>
</file>