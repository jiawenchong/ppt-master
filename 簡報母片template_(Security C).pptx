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86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4118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母片使用：常用 → 新增投影片／版面配置，選擇有我師專用版面。填寫預留位置；截圖區可透過物件圖示插入圖片。檢視 → 投影片母片可統一修改固定標題、背景及機密標示。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母片使用：常用 → 新增投影片／版面配置，選擇有我師專用版面。填寫預留位置；截圖區可透過物件圖示插入圖片。檢視 → 投影片母片可統一修改固定標題、背景及機密標示。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請將方括號中的提示替換成真實專案內容，先填寫講師、單位、日期與機密分級。用一句話說明這個專案服務誰、解決什麼問題、採用什麼方法及產出什麼成果，再說明現況痛點、目的、用途、適用範圍與不適用情境。成功指標必須對應專案目的，提供改善前基準、數值單位、目標期限，以及可比較的樣本、條件、觀察期間和證據來源；未完成驗證時，明確區分目標與已觀察結果。建議本頁約六十秒。</a:t>
            </a:r>
          </a:p>
          <a:p>
            <a:r>
              <a:t>成功指標：［時間／正確率／成本／採用率，選擇與目的相關者］</a:t>
            </a:r>
          </a:p>
          <a:p>
            <a:r>
              <a:t>改善前基準：［數值＋單位］　→　目標：［數值＋期限］</a:t>
            </a:r>
          </a:p>
          <a:p>
            <a:r>
              <a:t>驗證方式：［樣本／比較條件／觀察期間／證據來源］</a:t>
            </a:r>
          </a:p>
          <a:p>
            <a:endParaRPr/>
          </a:p>
          <a:p>
            <a:endParaRPr/>
          </a:p>
          <a:p>
            <a:r>
              <a:t>母片使用：常用 → 新增投影片／版面配置，選擇有我師專用版面。填寫預留位置；截圖區可透過物件圖示插入圖片。檢視 → 投影片母片可統一修改固定標題、背景及機密標示。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介紹實際使用的工具與版本，說明它負責哪一段任務，以及選用原因和取捨。由左至右帶學員閱讀輸入、處理流程、工具或資料、輸出，依專案調整節點與連線；不要把沒有使用的技術放進架構。補充關鍵設計、權限與資料範圍、模型限制，以及不能自動執行的操作，特別交代人工確認的位置、確認內容和未通過時的處理方式。建議本頁約六十秒。</a:t>
            </a:r>
          </a:p>
          <a:p>
            <a:r>
              <a:t>關鍵設計：［任務拆解／資料檢索／工具呼叫／輸出規則］</a:t>
            </a:r>
          </a:p>
          <a:p>
            <a:endParaRPr/>
          </a:p>
          <a:p>
            <a:endParaRPr/>
          </a:p>
          <a:p>
            <a:r>
              <a:t>母片使用：常用 → 新增投影片／版面配置，選擇有我師專用版面。填寫預留位置；截圖區可透過物件圖示插入圖片。檢視 → 投影片母片可統一修改固定標題、背景及機密標示。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將截圖區替換成真實設定畫面，裁切到必要操作區域，並遮蔽帳號、金鑰與敏感資料。確認帳號、權限、環境、版本，以及資料來源與格式，用編號對應畫面的關鍵欄位，說明設定值及其設計理由和影響。最後展示準備完成時的畫面或訊息，確認學員具備相同操作條件後再繼續。建議本頁約六十秒。</a:t>
            </a:r>
          </a:p>
          <a:p>
            <a:endParaRPr/>
          </a:p>
          <a:p>
            <a:r>
              <a:t>母片使用：常用 → 新增投影片／版面配置，選擇有我師專用版面。填寫預留位置；截圖區可透過物件圖示插入圖片。檢視 → 投影片母片可統一修改固定標題、背景及機密標示。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選擇一個從輸入到輸出的完整工作任務，三張截圖均使用同一份示範資料。依序示範輸入與啟動、核心處理、取得輸出，每一步指出操作位置、輸入內容或判斷規則，以及用什麼畫面、中間結果或完成訊號確認成功。不要只念按鈕名稱，應解釋為何如此操作與設計，並在容易做錯之處暫停提問。建議本頁約九十秒。</a:t>
            </a:r>
          </a:p>
          <a:p>
            <a:endParaRPr/>
          </a:p>
          <a:p>
            <a:r>
              <a:t>母片使用：常用 → 新增投影片／版面配置，選擇有我師專用版面。填寫預留位置；截圖區可透過物件圖示插入圖片。檢視 → 投影片母片可統一修改固定標題、背景及機密標示。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替換成真實結果畫面，標示正確輸出與需要人工判讀的區域，填入 Demo 影片位置或連結與適合播放的片段。說明如何比對來源、檢查必要欄位與格式，以及常見錯誤的檢查和修正方式；無法確認時應知道何時停止、向誰求助。提供一個學員可操作的練習，明確說明輸入資料、繳交成果與具體完成標準，並將結果連回第一頁的專案成功指標，避免以有產出答案代替成果驗證。六至八分鐘的發表中，可示範練習要求而不等待全班完成；正式授課另依任務安排實作時間。建議本頁約九十秒。</a:t>
            </a:r>
          </a:p>
          <a:p>
            <a:endParaRPr/>
          </a:p>
          <a:p>
            <a:r>
              <a:t>母片使用：常用 → 新增投影片／版面配置，選擇有我師專用版面。填寫預留位置；截圖區可透過物件圖示插入圖片。檢視 → 投影片母片可統一修改固定標題、背景及機密標示。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簡短內容回顧解決的問題、工具的輸入與處理架構、從準備到取得成果的操作順序，以及結果檢核和成功指標。請學員用自己的話回答工具何時適用、哪一步需要人工確認、遇到錯誤如何處理，依回答補充而不重講全部教材。將學習成果寫成學員現在能獨立完成的任務。本頁確認學到了什麼，下一頁引導如何帶回工作應用，建議約四十五秒。</a:t>
            </a:r>
          </a:p>
          <a:p>
            <a:endParaRPr/>
          </a:p>
          <a:p>
            <a:r>
              <a:t>母片使用：常用 → 新增投影片／版面配置，選擇有我師專用版面。填寫預留位置；截圖區可透過物件圖示插入圖片。檢視 → 投影片母片可統一修改固定標題、背景及機密標示。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將三個原則替換為與這個專案直接相關、可以帶回工作的重點，可從問題先於工具、任務拆解與人工確認、用證據驗證成果三個方向整理。提出一個明確的課後行動，包含期限、真實工作情境、小規模試用任務與記錄的驗證結果，讓學員知道回去後第一步做什麼。填入教材與工具位置、聯絡窗口與回饋管道，完成後刪除不需要的提示，不要只留下抽象口號。建議本頁約三十秒。</a:t>
            </a:r>
          </a:p>
          <a:p>
            <a:endParaRPr/>
          </a:p>
          <a:p>
            <a:r>
              <a:t>母片使用：常用 → 新增投影片／版面配置，選擇有我師專用版面。填寫預留位置；截圖區可透過物件圖示插入圖片。檢視 → 投影片母片可統一修改固定標題、背景及機密標示。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https://www.bnext.com.tw/article/80925/ai-agent-small-jensen-huang</a:t>
            </a:r>
          </a:p>
          <a:p>
            <a:endParaRPr/>
          </a:p>
          <a:p>
            <a:r>
              <a:t>生成式AI模型能力雖然還在快速發展變化階段，但實際應用上以黃仁勳提出的最符合實務</a:t>
            </a:r>
          </a:p>
          <a:p>
            <a:r>
              <a:t>他在2024年十月出席一場LENOVO主辦的科技日上，講到他打算開發數十億個小黃仁勳幫大家做事情</a:t>
            </a:r>
          </a:p>
          <a:p>
            <a:r>
              <a:t>而這些小黃仁勳可以稱他們為代理人。它們有能力理解你的指示，並且把指令分解為：操作、使用工具、檢索資訊等，並執行任務</a:t>
            </a:r>
          </a:p>
          <a:p>
            <a:r>
              <a:t>其中關鍵就是推理、感知、行動這就是一個數位機器人的迴圈</a:t>
            </a:r>
          </a:p>
          <a:p>
            <a:endParaRPr/>
          </a:p>
          <a:p>
            <a:r>
              <a:t>在這個未來發展的基礎上，我們認為儲思盆應該可以朝這三個方向作強化</a:t>
            </a:r>
          </a:p>
          <a:p>
            <a:endParaRPr/>
          </a:p>
          <a:p>
            <a:r>
              <a:t>母片使用：常用 → 新增投影片／版面配置，選擇有我師專用版面。填寫預留位置；截圖區可透過物件圖示插入圖片。檢視 → 投影片母片可統一修改固定標題、背景及機密標示。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0 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background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ection Layout"/>
          <p:cNvSpPr txBox="1"/>
          <p:nvPr/>
        </p:nvSpPr>
        <p:spPr>
          <a:xfrm>
            <a:off x="443484" y="756285"/>
            <a:ext cx="298974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有我師 — 教材範本</a:t>
            </a:r>
          </a:p>
        </p:txBody>
      </p:sp>
      <p:pic>
        <p:nvPicPr>
          <p:cNvPr id="4" name="cover-logo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0" y="384093"/>
            <a:ext cx="1428750" cy="1422565"/>
          </a:xfrm>
          <a:prstGeom prst="rect">
            <a:avLst/>
          </a:prstGeom>
        </p:spPr>
      </p:pic>
      <p:sp>
        <p:nvSpPr>
          <p:cNvPr id="5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6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7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79E6C7FF-47A6-465F-8D14-7CFF21595526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8" name="subtitle-slot Placeholder"/>
          <p:cNvSpPr>
            <a:spLocks noGrp="1"/>
          </p:cNvSpPr>
          <p:nvPr>
            <p:ph type="subTitle" idx="3"/>
          </p:nvPr>
        </p:nvSpPr>
        <p:spPr>
          <a:xfrm>
            <a:off x="457200" y="2286000"/>
            <a:ext cx="6286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marL="0" indent="0" algn="l">
              <a:buNone/>
            </a:pPr>
            <a:r>
              <a:rPr lang="zh-TW" altLang="en-US" sz="24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按一下以編輯母片子標題樣式</a:t>
            </a:r>
            <a:endParaRPr lang="en-US"/>
          </a:p>
        </p:txBody>
      </p:sp>
      <p:sp>
        <p:nvSpPr>
          <p:cNvPr id="9" name="presenter-slot Placeholder"/>
          <p:cNvSpPr>
            <a:spLocks noGrp="1"/>
          </p:cNvSpPr>
          <p:nvPr>
            <p:ph type="body" idx="4"/>
          </p:nvPr>
        </p:nvSpPr>
        <p:spPr>
          <a:xfrm>
            <a:off x="457200" y="4667250"/>
            <a:ext cx="609600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marL="0" lvl="0" indent="0" algn="l">
              <a:lnSpc>
                <a:spcPts val="3255"/>
              </a:lnSpc>
              <a:buNone/>
            </a:pPr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66971753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認證評分規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yout"/>
          <p:cNvSpPr txBox="1"/>
          <p:nvPr/>
        </p:nvSpPr>
        <p:spPr>
          <a:xfrm>
            <a:off x="443484" y="756285"/>
            <a:ext cx="257175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發表規則與評分</a:t>
            </a:r>
          </a:p>
        </p:txBody>
      </p:sp>
      <p:sp>
        <p:nvSpPr>
          <p:cNvPr id="3" name="score-panel Layout"/>
          <p:cNvSpPr/>
          <p:nvPr/>
        </p:nvSpPr>
        <p:spPr>
          <a:xfrm>
            <a:off x="457200" y="3333750"/>
            <a:ext cx="11277600" cy="2743200"/>
          </a:xfrm>
          <a:prstGeom prst="rect">
            <a:avLst/>
          </a:prstGeom>
          <a:solidFill>
            <a:srgbClr val="1C293F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core-heading Layout"/>
          <p:cNvSpPr txBox="1"/>
          <p:nvPr/>
        </p:nvSpPr>
        <p:spPr>
          <a:xfrm>
            <a:off x="638556" y="345376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評分項目</a:t>
            </a:r>
          </a:p>
        </p:txBody>
      </p:sp>
      <p:sp>
        <p:nvSpPr>
          <p:cNvPr id="5" name="weight-heading Layout"/>
          <p:cNvSpPr txBox="1"/>
          <p:nvPr/>
        </p:nvSpPr>
        <p:spPr>
          <a:xfrm>
            <a:off x="10563606" y="3453765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權重</a:t>
            </a:r>
          </a:p>
        </p:txBody>
      </p:sp>
      <p:sp>
        <p:nvSpPr>
          <p:cNvPr id="6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7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8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BE9BD588-8170-4BB3-931C-ED2AE91F5814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9" name="requirements-slot Placeholder"/>
          <p:cNvSpPr>
            <a:spLocks noGrp="1"/>
          </p:cNvSpPr>
          <p:nvPr>
            <p:ph type="body" idx="3"/>
          </p:nvPr>
        </p:nvSpPr>
        <p:spPr>
          <a:xfrm>
            <a:off x="457200" y="1981200"/>
            <a:ext cx="11277600" cy="1181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lnSpc>
                <a:spcPts val="2790"/>
              </a:lnSpc>
              <a:buNone/>
            </a:pPr>
            <a:r>
              <a:rPr lang="zh-TW" altLang="en-US" sz="18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0" name="criterion-0-slot Placeholder"/>
          <p:cNvSpPr>
            <a:spLocks noGrp="1"/>
          </p:cNvSpPr>
          <p:nvPr>
            <p:ph type="body" idx="4"/>
          </p:nvPr>
        </p:nvSpPr>
        <p:spPr>
          <a:xfrm>
            <a:off x="647700" y="38481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1" name="weight-0-slot Placeholder"/>
          <p:cNvSpPr>
            <a:spLocks noGrp="1"/>
          </p:cNvSpPr>
          <p:nvPr>
            <p:ph type="body" idx="5"/>
          </p:nvPr>
        </p:nvSpPr>
        <p:spPr>
          <a:xfrm>
            <a:off x="10572750" y="3848100"/>
            <a:ext cx="8953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D966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2" name="criterion-1-slot Placeholder"/>
          <p:cNvSpPr>
            <a:spLocks noGrp="1"/>
          </p:cNvSpPr>
          <p:nvPr>
            <p:ph type="body" idx="6"/>
          </p:nvPr>
        </p:nvSpPr>
        <p:spPr>
          <a:xfrm>
            <a:off x="647700" y="42672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3" name="weight-1-slot Placeholder"/>
          <p:cNvSpPr>
            <a:spLocks noGrp="1"/>
          </p:cNvSpPr>
          <p:nvPr>
            <p:ph type="body" idx="7"/>
          </p:nvPr>
        </p:nvSpPr>
        <p:spPr>
          <a:xfrm>
            <a:off x="10572750" y="4267200"/>
            <a:ext cx="8953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D966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4" name="criterion-2-slot Placeholder"/>
          <p:cNvSpPr>
            <a:spLocks noGrp="1"/>
          </p:cNvSpPr>
          <p:nvPr>
            <p:ph type="body" idx="8"/>
          </p:nvPr>
        </p:nvSpPr>
        <p:spPr>
          <a:xfrm>
            <a:off x="647700" y="46863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5" name="weight-2-slot Placeholder"/>
          <p:cNvSpPr>
            <a:spLocks noGrp="1"/>
          </p:cNvSpPr>
          <p:nvPr>
            <p:ph type="body" idx="9"/>
          </p:nvPr>
        </p:nvSpPr>
        <p:spPr>
          <a:xfrm>
            <a:off x="10572750" y="4686300"/>
            <a:ext cx="8953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D966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6" name="criterion-3-slot Placeholder"/>
          <p:cNvSpPr>
            <a:spLocks noGrp="1"/>
          </p:cNvSpPr>
          <p:nvPr>
            <p:ph type="body" idx="10"/>
          </p:nvPr>
        </p:nvSpPr>
        <p:spPr>
          <a:xfrm>
            <a:off x="647700" y="51054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7" name="weight-3-slot Placeholder"/>
          <p:cNvSpPr>
            <a:spLocks noGrp="1"/>
          </p:cNvSpPr>
          <p:nvPr>
            <p:ph type="body" idx="11"/>
          </p:nvPr>
        </p:nvSpPr>
        <p:spPr>
          <a:xfrm>
            <a:off x="10572750" y="5105400"/>
            <a:ext cx="8953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D966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8" name="criterion-4-slot Placeholder"/>
          <p:cNvSpPr>
            <a:spLocks noGrp="1"/>
          </p:cNvSpPr>
          <p:nvPr>
            <p:ph type="body" idx="12"/>
          </p:nvPr>
        </p:nvSpPr>
        <p:spPr>
          <a:xfrm>
            <a:off x="647700" y="55245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9" name="weight-4-slot Placeholder"/>
          <p:cNvSpPr>
            <a:spLocks noGrp="1"/>
          </p:cNvSpPr>
          <p:nvPr>
            <p:ph type="body" idx="13"/>
          </p:nvPr>
        </p:nvSpPr>
        <p:spPr>
          <a:xfrm>
            <a:off x="10572750" y="5524500"/>
            <a:ext cx="8953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D966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4549189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 專案定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yout"/>
          <p:cNvSpPr txBox="1"/>
          <p:nvPr/>
        </p:nvSpPr>
        <p:spPr>
          <a:xfrm>
            <a:off x="443484" y="756285"/>
            <a:ext cx="333504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01　專案名稱、架構</a:t>
            </a:r>
          </a:p>
        </p:txBody>
      </p:sp>
      <p:sp>
        <p:nvSpPr>
          <p:cNvPr id="3" name="summary-band Layout"/>
          <p:cNvSpPr/>
          <p:nvPr/>
        </p:nvSpPr>
        <p:spPr>
          <a:xfrm>
            <a:off x="457200" y="1866900"/>
            <a:ext cx="11277600" cy="876300"/>
          </a:xfrm>
          <a:prstGeom prst="rect">
            <a:avLst/>
          </a:prstGeom>
          <a:solidFill>
            <a:srgbClr val="1C293F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urpose-label Layout"/>
          <p:cNvSpPr txBox="1"/>
          <p:nvPr/>
        </p:nvSpPr>
        <p:spPr>
          <a:xfrm>
            <a:off x="446532" y="2916555"/>
            <a:ext cx="143484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目的與用途</a:t>
            </a:r>
          </a:p>
        </p:txBody>
      </p:sp>
      <p:sp>
        <p:nvSpPr>
          <p:cNvPr id="5" name="scope-label Layout"/>
          <p:cNvSpPr txBox="1"/>
          <p:nvPr/>
        </p:nvSpPr>
        <p:spPr>
          <a:xfrm>
            <a:off x="6161532" y="2916555"/>
            <a:ext cx="1152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使用範圍</a:t>
            </a:r>
          </a:p>
        </p:txBody>
      </p:sp>
      <p:sp>
        <p:nvSpPr>
          <p:cNvPr id="6" name="success-band Layout"/>
          <p:cNvSpPr/>
          <p:nvPr/>
        </p:nvSpPr>
        <p:spPr>
          <a:xfrm>
            <a:off x="457200" y="5191125"/>
            <a:ext cx="11277600" cy="952500"/>
          </a:xfrm>
          <a:prstGeom prst="rect">
            <a:avLst/>
          </a:prstGeom>
          <a:solidFill>
            <a:srgbClr val="1C293F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uccess-label Layout"/>
          <p:cNvSpPr txBox="1"/>
          <p:nvPr/>
        </p:nvSpPr>
        <p:spPr>
          <a:xfrm>
            <a:off x="638556" y="5282565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如何知道專案成功？</a:t>
            </a:r>
          </a:p>
        </p:txBody>
      </p:sp>
      <p:sp>
        <p:nvSpPr>
          <p:cNvPr id="8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9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10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7853D116-2468-4F40-8EB4-F895927F7637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11" name="summary-slot Placeholder"/>
          <p:cNvSpPr>
            <a:spLocks noGrp="1"/>
          </p:cNvSpPr>
          <p:nvPr>
            <p:ph type="body" idx="3"/>
          </p:nvPr>
        </p:nvSpPr>
        <p:spPr>
          <a:xfrm>
            <a:off x="647700" y="1971675"/>
            <a:ext cx="108966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lnSpc>
                <a:spcPts val="2790"/>
              </a:lnSpc>
              <a:buNone/>
            </a:pPr>
            <a:r>
              <a:rPr lang="zh-TW" altLang="en-US" sz="180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2" name="purpose-slot Placeholder"/>
          <p:cNvSpPr>
            <a:spLocks noGrp="1"/>
          </p:cNvSpPr>
          <p:nvPr>
            <p:ph type="body" idx="4"/>
          </p:nvPr>
        </p:nvSpPr>
        <p:spPr>
          <a:xfrm>
            <a:off x="457200" y="3371850"/>
            <a:ext cx="5257800" cy="1657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lnSpc>
                <a:spcPts val="2790"/>
              </a:lnSpc>
              <a:buNone/>
            </a:pPr>
            <a:r>
              <a:rPr lang="zh-TW" altLang="en-US" sz="18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3" name="scope-slot Placeholder"/>
          <p:cNvSpPr>
            <a:spLocks noGrp="1"/>
          </p:cNvSpPr>
          <p:nvPr>
            <p:ph type="body" idx="5"/>
          </p:nvPr>
        </p:nvSpPr>
        <p:spPr>
          <a:xfrm>
            <a:off x="6172200" y="3371850"/>
            <a:ext cx="5562600" cy="1657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lnSpc>
                <a:spcPts val="2790"/>
              </a:lnSpc>
              <a:buNone/>
            </a:pPr>
            <a:r>
              <a:rPr lang="zh-TW" altLang="en-US" sz="18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4" name="success-slot Placeholder"/>
          <p:cNvSpPr>
            <a:spLocks noGrp="1"/>
          </p:cNvSpPr>
          <p:nvPr>
            <p:ph type="body" idx="6"/>
          </p:nvPr>
        </p:nvSpPr>
        <p:spPr>
          <a:xfrm>
            <a:off x="647700" y="5638800"/>
            <a:ext cx="108966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2736853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工具與架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yout"/>
          <p:cNvSpPr txBox="1"/>
          <p:nvPr/>
        </p:nvSpPr>
        <p:spPr>
          <a:xfrm>
            <a:off x="443484" y="756285"/>
            <a:ext cx="406199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02　運用工具與設計架構</a:t>
            </a:r>
          </a:p>
        </p:txBody>
      </p:sp>
      <p:sp>
        <p:nvSpPr>
          <p:cNvPr id="3" name="architecture-label Layout"/>
          <p:cNvSpPr txBox="1"/>
          <p:nvPr/>
        </p:nvSpPr>
        <p:spPr>
          <a:xfrm>
            <a:off x="446532" y="2802255"/>
            <a:ext cx="171754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整體工具架構</a:t>
            </a:r>
          </a:p>
        </p:txBody>
      </p:sp>
      <p:sp>
        <p:nvSpPr>
          <p:cNvPr id="4" name="architecture-band Layout"/>
          <p:cNvSpPr/>
          <p:nvPr/>
        </p:nvSpPr>
        <p:spPr>
          <a:xfrm>
            <a:off x="457200" y="3219450"/>
            <a:ext cx="11277600" cy="1733550"/>
          </a:xfrm>
          <a:prstGeom prst="rect">
            <a:avLst/>
          </a:prstGeom>
          <a:solidFill>
            <a:srgbClr val="1C293F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node-0 Layout"/>
          <p:cNvSpPr txBox="1"/>
          <p:nvPr/>
        </p:nvSpPr>
        <p:spPr>
          <a:xfrm>
            <a:off x="637794" y="3418522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輸入</a:t>
            </a:r>
          </a:p>
        </p:txBody>
      </p:sp>
      <p:sp>
        <p:nvSpPr>
          <p:cNvPr id="6" name="arrow-0 Layout"/>
          <p:cNvSpPr txBox="1"/>
          <p:nvPr/>
        </p:nvSpPr>
        <p:spPr>
          <a:xfrm>
            <a:off x="2999232" y="3421380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7" name="node-1 Layout"/>
          <p:cNvSpPr txBox="1"/>
          <p:nvPr/>
        </p:nvSpPr>
        <p:spPr>
          <a:xfrm>
            <a:off x="3457194" y="3418522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處理流程</a:t>
            </a:r>
          </a:p>
        </p:txBody>
      </p:sp>
      <p:sp>
        <p:nvSpPr>
          <p:cNvPr id="8" name="arrow-1 Layout"/>
          <p:cNvSpPr txBox="1"/>
          <p:nvPr/>
        </p:nvSpPr>
        <p:spPr>
          <a:xfrm>
            <a:off x="5818632" y="3421380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node-2 Layout"/>
          <p:cNvSpPr txBox="1"/>
          <p:nvPr/>
        </p:nvSpPr>
        <p:spPr>
          <a:xfrm>
            <a:off x="6276594" y="3418522"/>
            <a:ext cx="133235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工具／資料</a:t>
            </a:r>
          </a:p>
        </p:txBody>
      </p:sp>
      <p:sp>
        <p:nvSpPr>
          <p:cNvPr id="10" name="arrow-2 Layout"/>
          <p:cNvSpPr txBox="1"/>
          <p:nvPr/>
        </p:nvSpPr>
        <p:spPr>
          <a:xfrm>
            <a:off x="8638032" y="3421380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1" name="node-3 Layout"/>
          <p:cNvSpPr txBox="1"/>
          <p:nvPr/>
        </p:nvSpPr>
        <p:spPr>
          <a:xfrm>
            <a:off x="9095994" y="3418522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輸出</a:t>
            </a:r>
          </a:p>
        </p:txBody>
      </p:sp>
      <p:sp>
        <p:nvSpPr>
          <p:cNvPr id="12" name="key-label Layout"/>
          <p:cNvSpPr txBox="1"/>
          <p:nvPr/>
        </p:nvSpPr>
        <p:spPr>
          <a:xfrm>
            <a:off x="447294" y="5199698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關鍵設計</a:t>
            </a:r>
          </a:p>
        </p:txBody>
      </p:sp>
      <p:sp>
        <p:nvSpPr>
          <p:cNvPr id="13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14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15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BF56D0B3-1F59-4B7B-945F-B053E22E9F72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16" name="tool-purpose-slot Placeholder"/>
          <p:cNvSpPr>
            <a:spLocks noGrp="1"/>
          </p:cNvSpPr>
          <p:nvPr>
            <p:ph type="body" idx="3"/>
          </p:nvPr>
        </p:nvSpPr>
        <p:spPr>
          <a:xfrm>
            <a:off x="457200" y="1924050"/>
            <a:ext cx="112776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lnSpc>
                <a:spcPts val="2790"/>
              </a:lnSpc>
              <a:buNone/>
            </a:pPr>
            <a:r>
              <a:rPr lang="zh-TW" altLang="en-US" sz="180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7" name="node-detail-0-slot Placeholder"/>
          <p:cNvSpPr>
            <a:spLocks noGrp="1"/>
          </p:cNvSpPr>
          <p:nvPr>
            <p:ph type="body" idx="4"/>
          </p:nvPr>
        </p:nvSpPr>
        <p:spPr>
          <a:xfrm>
            <a:off x="647700" y="3867150"/>
            <a:ext cx="23241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buNone/>
            </a:pPr>
            <a:r>
              <a:rPr lang="zh-TW" altLang="en-US" sz="180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8" name="node-detail-1-slot Placeholder"/>
          <p:cNvSpPr>
            <a:spLocks noGrp="1"/>
          </p:cNvSpPr>
          <p:nvPr>
            <p:ph type="body" idx="5"/>
          </p:nvPr>
        </p:nvSpPr>
        <p:spPr>
          <a:xfrm>
            <a:off x="3467100" y="3867150"/>
            <a:ext cx="23241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buNone/>
            </a:pPr>
            <a:r>
              <a:rPr lang="zh-TW" altLang="en-US" sz="180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9" name="node-detail-2-slot Placeholder"/>
          <p:cNvSpPr>
            <a:spLocks noGrp="1"/>
          </p:cNvSpPr>
          <p:nvPr>
            <p:ph type="body" idx="6"/>
          </p:nvPr>
        </p:nvSpPr>
        <p:spPr>
          <a:xfrm>
            <a:off x="6286500" y="3867150"/>
            <a:ext cx="23241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buNone/>
            </a:pPr>
            <a:r>
              <a:rPr lang="zh-TW" altLang="en-US" sz="180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20" name="node-detail-3-slot Placeholder"/>
          <p:cNvSpPr>
            <a:spLocks noGrp="1"/>
          </p:cNvSpPr>
          <p:nvPr>
            <p:ph type="body" idx="7"/>
          </p:nvPr>
        </p:nvSpPr>
        <p:spPr>
          <a:xfrm>
            <a:off x="9105900" y="3867150"/>
            <a:ext cx="23241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buNone/>
            </a:pPr>
            <a:r>
              <a:rPr lang="zh-TW" altLang="en-US" sz="180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21" name="key-design-slot Placeholder"/>
          <p:cNvSpPr>
            <a:spLocks noGrp="1"/>
          </p:cNvSpPr>
          <p:nvPr>
            <p:ph type="body" idx="8"/>
          </p:nvPr>
        </p:nvSpPr>
        <p:spPr>
          <a:xfrm>
            <a:off x="457200" y="5610225"/>
            <a:ext cx="11277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buNone/>
            </a:pPr>
            <a:r>
              <a:rPr lang="zh-TW" altLang="en-US" sz="18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1927045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 準備與設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yout"/>
          <p:cNvSpPr txBox="1"/>
          <p:nvPr/>
        </p:nvSpPr>
        <p:spPr>
          <a:xfrm>
            <a:off x="443484" y="756285"/>
            <a:ext cx="406199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03　操作前的準備與設定</a:t>
            </a:r>
          </a:p>
        </p:txBody>
      </p:sp>
      <p:sp>
        <p:nvSpPr>
          <p:cNvPr id="3" name="setup-picture-frame Layout"/>
          <p:cNvSpPr/>
          <p:nvPr/>
        </p:nvSpPr>
        <p:spPr>
          <a:xfrm>
            <a:off x="457200" y="1952625"/>
            <a:ext cx="6858000" cy="3238500"/>
          </a:xfrm>
          <a:prstGeom prst="rect">
            <a:avLst/>
          </a:prstGeom>
          <a:solidFill>
            <a:srgbClr val="1C293F"/>
          </a:solidFill>
          <a:ln w="19050">
            <a:solidFill>
              <a:srgbClr val="90B8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condition-label Layout"/>
          <p:cNvSpPr txBox="1"/>
          <p:nvPr/>
        </p:nvSpPr>
        <p:spPr>
          <a:xfrm>
            <a:off x="7629144" y="1970722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前置條件</a:t>
            </a:r>
          </a:p>
        </p:txBody>
      </p:sp>
      <p:sp>
        <p:nvSpPr>
          <p:cNvPr id="5" name="setting-label Layout"/>
          <p:cNvSpPr txBox="1"/>
          <p:nvPr/>
        </p:nvSpPr>
        <p:spPr>
          <a:xfrm>
            <a:off x="7629144" y="3428048"/>
            <a:ext cx="1857375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設定與設計理由</a:t>
            </a:r>
          </a:p>
        </p:txBody>
      </p:sp>
      <p:sp>
        <p:nvSpPr>
          <p:cNvPr id="6" name="check-band Layout"/>
          <p:cNvSpPr/>
          <p:nvPr/>
        </p:nvSpPr>
        <p:spPr>
          <a:xfrm>
            <a:off x="457200" y="5381625"/>
            <a:ext cx="11277600" cy="781050"/>
          </a:xfrm>
          <a:prstGeom prst="rect">
            <a:avLst/>
          </a:prstGeom>
          <a:solidFill>
            <a:srgbClr val="1C293F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8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9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3D8484ED-C2AA-42C7-9040-21A8D3F45BE0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10" name="setup-picture-slot Placeholder"/>
          <p:cNvSpPr>
            <a:spLocks noGrp="1"/>
          </p:cNvSpPr>
          <p:nvPr>
            <p:ph idx="3"/>
          </p:nvPr>
        </p:nvSpPr>
        <p:spPr>
          <a:xfrm>
            <a:off x="609600" y="2105025"/>
            <a:ext cx="6553200" cy="293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650"/>
            </a:lvl1pPr>
          </a:lstStyle>
          <a:p>
            <a:pPr lvl="0" algn="l">
              <a:lnSpc>
                <a:spcPts val="2558"/>
              </a:lnSpc>
            </a:pPr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1" name="conditions-slot Placeholder"/>
          <p:cNvSpPr>
            <a:spLocks noGrp="1"/>
          </p:cNvSpPr>
          <p:nvPr>
            <p:ph type="body" idx="4"/>
          </p:nvPr>
        </p:nvSpPr>
        <p:spPr>
          <a:xfrm>
            <a:off x="7639050" y="2390775"/>
            <a:ext cx="409575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lnSpc>
                <a:spcPts val="2558"/>
              </a:lnSpc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2" name="settings-slot Placeholder"/>
          <p:cNvSpPr>
            <a:spLocks noGrp="1"/>
          </p:cNvSpPr>
          <p:nvPr>
            <p:ph type="body" idx="5"/>
          </p:nvPr>
        </p:nvSpPr>
        <p:spPr>
          <a:xfrm>
            <a:off x="7639050" y="3857625"/>
            <a:ext cx="40957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lnSpc>
                <a:spcPts val="2558"/>
              </a:lnSpc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3" name="ready-check-slot Placeholder"/>
          <p:cNvSpPr>
            <a:spLocks noGrp="1"/>
          </p:cNvSpPr>
          <p:nvPr>
            <p:ph type="body" idx="6"/>
          </p:nvPr>
        </p:nvSpPr>
        <p:spPr>
          <a:xfrm>
            <a:off x="647700" y="5591175"/>
            <a:ext cx="108966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buNone/>
            </a:pPr>
            <a:r>
              <a:rPr lang="zh-TW" altLang="en-US" sz="1800">
                <a:solidFill>
                  <a:srgbClr val="FFD966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6844847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三步驟操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yout"/>
          <p:cNvSpPr txBox="1"/>
          <p:nvPr/>
        </p:nvSpPr>
        <p:spPr>
          <a:xfrm>
            <a:off x="443484" y="756285"/>
            <a:ext cx="406199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04　用一個任務帶著操作</a:t>
            </a:r>
          </a:p>
        </p:txBody>
      </p:sp>
      <p:sp>
        <p:nvSpPr>
          <p:cNvPr id="3" name="step-picture-0-frame Layout"/>
          <p:cNvSpPr/>
          <p:nvPr/>
        </p:nvSpPr>
        <p:spPr>
          <a:xfrm>
            <a:off x="457200" y="2009775"/>
            <a:ext cx="3619500" cy="1924050"/>
          </a:xfrm>
          <a:prstGeom prst="rect">
            <a:avLst/>
          </a:prstGeom>
          <a:solidFill>
            <a:srgbClr val="1C293F"/>
          </a:solidFill>
          <a:ln w="19050">
            <a:solidFill>
              <a:srgbClr val="90B8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tep-label-0 Layout"/>
          <p:cNvSpPr txBox="1"/>
          <p:nvPr/>
        </p:nvSpPr>
        <p:spPr>
          <a:xfrm>
            <a:off x="447294" y="4075748"/>
            <a:ext cx="155549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① 輸入與啟動</a:t>
            </a:r>
          </a:p>
        </p:txBody>
      </p:sp>
      <p:sp>
        <p:nvSpPr>
          <p:cNvPr id="5" name="step-picture-1-frame Layout"/>
          <p:cNvSpPr/>
          <p:nvPr/>
        </p:nvSpPr>
        <p:spPr>
          <a:xfrm>
            <a:off x="4286250" y="2009775"/>
            <a:ext cx="3619500" cy="1924050"/>
          </a:xfrm>
          <a:prstGeom prst="rect">
            <a:avLst/>
          </a:prstGeom>
          <a:solidFill>
            <a:srgbClr val="1C293F"/>
          </a:solidFill>
          <a:ln w="19050">
            <a:solidFill>
              <a:srgbClr val="90B8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tep-label-1 Layout"/>
          <p:cNvSpPr txBox="1"/>
          <p:nvPr/>
        </p:nvSpPr>
        <p:spPr>
          <a:xfrm>
            <a:off x="4276344" y="4075748"/>
            <a:ext cx="129298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② 核心處理</a:t>
            </a:r>
          </a:p>
        </p:txBody>
      </p:sp>
      <p:sp>
        <p:nvSpPr>
          <p:cNvPr id="7" name="step-picture-2-frame Layout"/>
          <p:cNvSpPr/>
          <p:nvPr/>
        </p:nvSpPr>
        <p:spPr>
          <a:xfrm>
            <a:off x="8115300" y="2009775"/>
            <a:ext cx="3619500" cy="1924050"/>
          </a:xfrm>
          <a:prstGeom prst="rect">
            <a:avLst/>
          </a:prstGeom>
          <a:solidFill>
            <a:srgbClr val="1C293F"/>
          </a:solidFill>
          <a:ln w="19050">
            <a:solidFill>
              <a:srgbClr val="90B8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tep-label-2 Layout"/>
          <p:cNvSpPr txBox="1"/>
          <p:nvPr/>
        </p:nvSpPr>
        <p:spPr>
          <a:xfrm>
            <a:off x="8105394" y="4075748"/>
            <a:ext cx="129298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③ 取得輸出</a:t>
            </a:r>
          </a:p>
        </p:txBody>
      </p:sp>
      <p:sp>
        <p:nvSpPr>
          <p:cNvPr id="9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10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11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B0E33ABF-69F5-4302-921A-02FE41A9278A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12" name="step-picture-0-slot Placeholder"/>
          <p:cNvSpPr>
            <a:spLocks noGrp="1"/>
          </p:cNvSpPr>
          <p:nvPr>
            <p:ph idx="3"/>
          </p:nvPr>
        </p:nvSpPr>
        <p:spPr>
          <a:xfrm>
            <a:off x="609600" y="2162175"/>
            <a:ext cx="33147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650"/>
            </a:lvl1pPr>
          </a:lstStyle>
          <a:p>
            <a:pPr lvl="0" algn="l"/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3" name="step-detail-0-slot Placeholder"/>
          <p:cNvSpPr>
            <a:spLocks noGrp="1"/>
          </p:cNvSpPr>
          <p:nvPr>
            <p:ph type="body" idx="4"/>
          </p:nvPr>
        </p:nvSpPr>
        <p:spPr>
          <a:xfrm>
            <a:off x="457200" y="4514850"/>
            <a:ext cx="3619500" cy="1152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lnSpc>
                <a:spcPts val="2558"/>
              </a:lnSpc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4" name="step-picture-1-slot Placeholder"/>
          <p:cNvSpPr>
            <a:spLocks noGrp="1"/>
          </p:cNvSpPr>
          <p:nvPr>
            <p:ph idx="5"/>
          </p:nvPr>
        </p:nvSpPr>
        <p:spPr>
          <a:xfrm>
            <a:off x="4438650" y="2162175"/>
            <a:ext cx="33147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650"/>
            </a:lvl1pPr>
          </a:lstStyle>
          <a:p>
            <a:pPr lvl="0" algn="l"/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5" name="step-detail-1-slot Placeholder"/>
          <p:cNvSpPr>
            <a:spLocks noGrp="1"/>
          </p:cNvSpPr>
          <p:nvPr>
            <p:ph type="body" idx="6"/>
          </p:nvPr>
        </p:nvSpPr>
        <p:spPr>
          <a:xfrm>
            <a:off x="4286250" y="4514850"/>
            <a:ext cx="3619500" cy="1152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lnSpc>
                <a:spcPts val="2558"/>
              </a:lnSpc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6" name="step-picture-2-slot Placeholder"/>
          <p:cNvSpPr>
            <a:spLocks noGrp="1"/>
          </p:cNvSpPr>
          <p:nvPr>
            <p:ph idx="7"/>
          </p:nvPr>
        </p:nvSpPr>
        <p:spPr>
          <a:xfrm>
            <a:off x="8267700" y="2162175"/>
            <a:ext cx="33147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650"/>
            </a:lvl1pPr>
          </a:lstStyle>
          <a:p>
            <a:pPr lvl="0" algn="l"/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7" name="step-detail-2-slot Placeholder"/>
          <p:cNvSpPr>
            <a:spLocks noGrp="1"/>
          </p:cNvSpPr>
          <p:nvPr>
            <p:ph type="body" idx="8"/>
          </p:nvPr>
        </p:nvSpPr>
        <p:spPr>
          <a:xfrm>
            <a:off x="8115300" y="4514850"/>
            <a:ext cx="3619500" cy="1152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lnSpc>
                <a:spcPts val="2558"/>
              </a:lnSpc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8" name="question-slot Placeholder"/>
          <p:cNvSpPr>
            <a:spLocks noGrp="1"/>
          </p:cNvSpPr>
          <p:nvPr>
            <p:ph type="body" idx="9"/>
          </p:nvPr>
        </p:nvSpPr>
        <p:spPr>
          <a:xfrm>
            <a:off x="457200" y="5848350"/>
            <a:ext cx="112776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D966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46017232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結果驗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yout"/>
          <p:cNvSpPr txBox="1"/>
          <p:nvPr/>
        </p:nvSpPr>
        <p:spPr>
          <a:xfrm>
            <a:off x="443484" y="756285"/>
            <a:ext cx="406199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05　結果驗證與學員實作</a:t>
            </a:r>
          </a:p>
        </p:txBody>
      </p:sp>
      <p:sp>
        <p:nvSpPr>
          <p:cNvPr id="3" name="result-picture-frame Layout"/>
          <p:cNvSpPr/>
          <p:nvPr/>
        </p:nvSpPr>
        <p:spPr>
          <a:xfrm>
            <a:off x="457200" y="2000250"/>
            <a:ext cx="6477000" cy="2628900"/>
          </a:xfrm>
          <a:prstGeom prst="rect">
            <a:avLst/>
          </a:prstGeom>
          <a:solidFill>
            <a:srgbClr val="1C293F"/>
          </a:solidFill>
          <a:ln w="19050">
            <a:solidFill>
              <a:srgbClr val="90B8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result-label Layout"/>
          <p:cNvSpPr txBox="1"/>
          <p:nvPr/>
        </p:nvSpPr>
        <p:spPr>
          <a:xfrm>
            <a:off x="7267194" y="2046922"/>
            <a:ext cx="238239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如何判斷結果可用？</a:t>
            </a:r>
          </a:p>
        </p:txBody>
      </p:sp>
      <p:sp>
        <p:nvSpPr>
          <p:cNvPr id="5" name="practice-band Layout"/>
          <p:cNvSpPr/>
          <p:nvPr/>
        </p:nvSpPr>
        <p:spPr>
          <a:xfrm>
            <a:off x="457200" y="5448300"/>
            <a:ext cx="11277600" cy="800100"/>
          </a:xfrm>
          <a:prstGeom prst="rect">
            <a:avLst/>
          </a:prstGeom>
          <a:solidFill>
            <a:srgbClr val="1C293F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7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8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2709F787-B754-489F-B2F5-C2357A347E05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9" name="result-picture-slot Placeholder"/>
          <p:cNvSpPr>
            <a:spLocks noGrp="1"/>
          </p:cNvSpPr>
          <p:nvPr>
            <p:ph idx="3"/>
          </p:nvPr>
        </p:nvSpPr>
        <p:spPr>
          <a:xfrm>
            <a:off x="609600" y="2152650"/>
            <a:ext cx="6172200" cy="2324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650"/>
            </a:lvl1pPr>
          </a:lstStyle>
          <a:p>
            <a:pPr lvl="0" algn="l">
              <a:lnSpc>
                <a:spcPts val="2558"/>
              </a:lnSpc>
            </a:pPr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0" name="demo-link-slot Placeholder"/>
          <p:cNvSpPr>
            <a:spLocks noGrp="1"/>
          </p:cNvSpPr>
          <p:nvPr>
            <p:ph type="body" idx="4"/>
          </p:nvPr>
        </p:nvSpPr>
        <p:spPr>
          <a:xfrm>
            <a:off x="457200" y="4810125"/>
            <a:ext cx="647700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1" name="result-check-slot Placeholder"/>
          <p:cNvSpPr>
            <a:spLocks noGrp="1"/>
          </p:cNvSpPr>
          <p:nvPr>
            <p:ph type="body" idx="5"/>
          </p:nvPr>
        </p:nvSpPr>
        <p:spPr>
          <a:xfrm>
            <a:off x="7277100" y="2495550"/>
            <a:ext cx="44577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lnSpc>
                <a:spcPts val="2558"/>
              </a:lnSpc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2" name="practice-slot Placeholder"/>
          <p:cNvSpPr>
            <a:spLocks noGrp="1"/>
          </p:cNvSpPr>
          <p:nvPr>
            <p:ph type="body" idx="6"/>
          </p:nvPr>
        </p:nvSpPr>
        <p:spPr>
          <a:xfrm>
            <a:off x="647700" y="5591175"/>
            <a:ext cx="1089660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lnSpc>
                <a:spcPts val="2558"/>
              </a:lnSpc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20585166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課程回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yout"/>
          <p:cNvSpPr txBox="1"/>
          <p:nvPr/>
        </p:nvSpPr>
        <p:spPr>
          <a:xfrm>
            <a:off x="443484" y="756285"/>
            <a:ext cx="22446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06　課程回顧</a:t>
            </a:r>
          </a:p>
        </p:txBody>
      </p:sp>
      <p:sp>
        <p:nvSpPr>
          <p:cNvPr id="3" name="review-label-0 Layout"/>
          <p:cNvSpPr txBox="1"/>
          <p:nvPr/>
        </p:nvSpPr>
        <p:spPr>
          <a:xfrm>
            <a:off x="447294" y="1932622"/>
            <a:ext cx="278928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1　我們解決什麼問題？</a:t>
            </a:r>
          </a:p>
        </p:txBody>
      </p:sp>
      <p:sp>
        <p:nvSpPr>
          <p:cNvPr id="4" name="review-label-1 Layout"/>
          <p:cNvSpPr txBox="1"/>
          <p:nvPr/>
        </p:nvSpPr>
        <p:spPr>
          <a:xfrm>
            <a:off x="447294" y="2875598"/>
            <a:ext cx="226426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2　工具如何運作？</a:t>
            </a:r>
          </a:p>
        </p:txBody>
      </p:sp>
      <p:sp>
        <p:nvSpPr>
          <p:cNvPr id="5" name="review-label-2 Layout"/>
          <p:cNvSpPr txBox="1"/>
          <p:nvPr/>
        </p:nvSpPr>
        <p:spPr>
          <a:xfrm>
            <a:off x="447294" y="3818572"/>
            <a:ext cx="226426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3　如何完成操作？</a:t>
            </a:r>
          </a:p>
        </p:txBody>
      </p:sp>
      <p:sp>
        <p:nvSpPr>
          <p:cNvPr id="6" name="review-label-3 Layout"/>
          <p:cNvSpPr txBox="1"/>
          <p:nvPr/>
        </p:nvSpPr>
        <p:spPr>
          <a:xfrm>
            <a:off x="447294" y="4761548"/>
            <a:ext cx="226426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4　如何確認成功？</a:t>
            </a:r>
          </a:p>
        </p:txBody>
      </p:sp>
      <p:sp>
        <p:nvSpPr>
          <p:cNvPr id="7" name="understanding-panel Layout"/>
          <p:cNvSpPr/>
          <p:nvPr/>
        </p:nvSpPr>
        <p:spPr>
          <a:xfrm>
            <a:off x="7943850" y="1933575"/>
            <a:ext cx="3790950" cy="4029075"/>
          </a:xfrm>
          <a:prstGeom prst="rect">
            <a:avLst/>
          </a:prstGeom>
          <a:solidFill>
            <a:srgbClr val="1C293F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understanding-label Layout"/>
          <p:cNvSpPr txBox="1"/>
          <p:nvPr/>
        </p:nvSpPr>
        <p:spPr>
          <a:xfrm>
            <a:off x="8143494" y="2132648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理解檢核</a:t>
            </a:r>
          </a:p>
        </p:txBody>
      </p:sp>
      <p:sp>
        <p:nvSpPr>
          <p:cNvPr id="9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10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11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F2D54FAD-8A5A-4ADF-A770-37BB33001856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12" name="review-0-slot Placeholder"/>
          <p:cNvSpPr>
            <a:spLocks noGrp="1"/>
          </p:cNvSpPr>
          <p:nvPr>
            <p:ph type="body" idx="3"/>
          </p:nvPr>
        </p:nvSpPr>
        <p:spPr>
          <a:xfrm>
            <a:off x="457200" y="2305050"/>
            <a:ext cx="7086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3" name="review-1-slot Placeholder"/>
          <p:cNvSpPr>
            <a:spLocks noGrp="1"/>
          </p:cNvSpPr>
          <p:nvPr>
            <p:ph type="body" idx="4"/>
          </p:nvPr>
        </p:nvSpPr>
        <p:spPr>
          <a:xfrm>
            <a:off x="457200" y="3248025"/>
            <a:ext cx="7086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4" name="review-2-slot Placeholder"/>
          <p:cNvSpPr>
            <a:spLocks noGrp="1"/>
          </p:cNvSpPr>
          <p:nvPr>
            <p:ph type="body" idx="5"/>
          </p:nvPr>
        </p:nvSpPr>
        <p:spPr>
          <a:xfrm>
            <a:off x="457200" y="4191000"/>
            <a:ext cx="7086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5" name="review-3-slot Placeholder"/>
          <p:cNvSpPr>
            <a:spLocks noGrp="1"/>
          </p:cNvSpPr>
          <p:nvPr>
            <p:ph type="body" idx="6"/>
          </p:nvPr>
        </p:nvSpPr>
        <p:spPr>
          <a:xfrm>
            <a:off x="457200" y="5133975"/>
            <a:ext cx="7086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6" name="understanding-slot Placeholder"/>
          <p:cNvSpPr>
            <a:spLocks noGrp="1"/>
          </p:cNvSpPr>
          <p:nvPr>
            <p:ph type="body" idx="7"/>
          </p:nvPr>
        </p:nvSpPr>
        <p:spPr>
          <a:xfrm>
            <a:off x="8153400" y="2609850"/>
            <a:ext cx="3371850" cy="3038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lnSpc>
                <a:spcPts val="2558"/>
              </a:lnSpc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31954389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yout"/>
          <p:cNvSpPr txBox="1"/>
          <p:nvPr/>
        </p:nvSpPr>
        <p:spPr>
          <a:xfrm>
            <a:off x="443484" y="756285"/>
            <a:ext cx="255734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07　TAKEAWAY</a:t>
            </a:r>
          </a:p>
        </p:txBody>
      </p:sp>
      <p:sp>
        <p:nvSpPr>
          <p:cNvPr id="3" name="action-band Layout"/>
          <p:cNvSpPr/>
          <p:nvPr/>
        </p:nvSpPr>
        <p:spPr>
          <a:xfrm>
            <a:off x="457200" y="4314825"/>
            <a:ext cx="11277600" cy="1838325"/>
          </a:xfrm>
          <a:prstGeom prst="rect">
            <a:avLst/>
          </a:prstGeom>
          <a:solidFill>
            <a:srgbClr val="1C293F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action-label Layout"/>
          <p:cNvSpPr txBox="1"/>
          <p:nvPr/>
        </p:nvSpPr>
        <p:spPr>
          <a:xfrm>
            <a:off x="637032" y="4478655"/>
            <a:ext cx="341376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回到工作後，先做這一件事</a:t>
            </a:r>
          </a:p>
        </p:txBody>
      </p:sp>
      <p:sp>
        <p:nvSpPr>
          <p:cNvPr id="5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6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7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0B98AAED-7078-4C55-8BB8-4D547DB4B5CA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8" name="principle-0-slot Placeholder"/>
          <p:cNvSpPr>
            <a:spLocks noGrp="1"/>
          </p:cNvSpPr>
          <p:nvPr>
            <p:ph type="body" idx="3"/>
          </p:nvPr>
        </p:nvSpPr>
        <p:spPr>
          <a:xfrm>
            <a:off x="457200" y="2085975"/>
            <a:ext cx="112776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marL="0" lvl="0" indent="0" algn="l">
              <a:buNone/>
            </a:pPr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9" name="principle-1-slot Placeholder"/>
          <p:cNvSpPr>
            <a:spLocks noGrp="1"/>
          </p:cNvSpPr>
          <p:nvPr>
            <p:ph type="body" idx="4"/>
          </p:nvPr>
        </p:nvSpPr>
        <p:spPr>
          <a:xfrm>
            <a:off x="457200" y="2771775"/>
            <a:ext cx="112776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marL="0" lvl="0" indent="0" algn="l">
              <a:buNone/>
            </a:pPr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0" name="principle-2-slot Placeholder"/>
          <p:cNvSpPr>
            <a:spLocks noGrp="1"/>
          </p:cNvSpPr>
          <p:nvPr>
            <p:ph type="body" idx="5"/>
          </p:nvPr>
        </p:nvSpPr>
        <p:spPr>
          <a:xfrm>
            <a:off x="457200" y="3457575"/>
            <a:ext cx="112776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marL="0" lvl="0" indent="0" algn="l">
              <a:buNone/>
            </a:pPr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1" name="action-slot Placeholder"/>
          <p:cNvSpPr>
            <a:spLocks noGrp="1"/>
          </p:cNvSpPr>
          <p:nvPr>
            <p:ph type="body" idx="6"/>
          </p:nvPr>
        </p:nvSpPr>
        <p:spPr>
          <a:xfrm>
            <a:off x="647700" y="4943475"/>
            <a:ext cx="108966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lnSpc>
                <a:spcPts val="2790"/>
              </a:lnSpc>
              <a:buNone/>
            </a:pPr>
            <a:r>
              <a:rPr lang="zh-TW" altLang="en-US" sz="18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2" name="contact-slot Placeholder"/>
          <p:cNvSpPr>
            <a:spLocks noGrp="1"/>
          </p:cNvSpPr>
          <p:nvPr>
            <p:ph type="body" idx="7"/>
          </p:nvPr>
        </p:nvSpPr>
        <p:spPr>
          <a:xfrm>
            <a:off x="647700" y="5734050"/>
            <a:ext cx="10896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81532445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 技術參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yout"/>
          <p:cNvSpPr txBox="1"/>
          <p:nvPr/>
        </p:nvSpPr>
        <p:spPr>
          <a:xfrm>
            <a:off x="443484" y="756285"/>
            <a:ext cx="329869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技術選擇與任務拆解</a:t>
            </a:r>
          </a:p>
        </p:txBody>
      </p:sp>
      <p:sp>
        <p:nvSpPr>
          <p:cNvPr id="3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4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5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E943E6BB-40BE-4D03-A4E8-3BEE95967024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6" name="technology-slot Placeholder"/>
          <p:cNvSpPr>
            <a:spLocks noGrp="1"/>
          </p:cNvSpPr>
          <p:nvPr>
            <p:ph type="body" idx="3"/>
          </p:nvPr>
        </p:nvSpPr>
        <p:spPr>
          <a:xfrm>
            <a:off x="457200" y="2009775"/>
            <a:ext cx="5191125" cy="1495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marL="0" lvl="0" indent="0" algn="l">
              <a:lnSpc>
                <a:spcPts val="3022"/>
              </a:lnSpc>
              <a:buNone/>
            </a:pPr>
            <a:r>
              <a:rPr lang="zh-TW" altLang="en-US" sz="19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7" name="tools-slot Placeholder"/>
          <p:cNvSpPr>
            <a:spLocks noGrp="1"/>
          </p:cNvSpPr>
          <p:nvPr>
            <p:ph type="body" idx="4"/>
          </p:nvPr>
        </p:nvSpPr>
        <p:spPr>
          <a:xfrm>
            <a:off x="457200" y="3781425"/>
            <a:ext cx="5191125" cy="2228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lnSpc>
                <a:spcPts val="2790"/>
              </a:lnSpc>
              <a:buNone/>
            </a:pPr>
            <a:r>
              <a:rPr lang="zh-TW" altLang="en-US" sz="18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8" name="reference-caption-slot Placeholder"/>
          <p:cNvSpPr>
            <a:spLocks noGrp="1"/>
          </p:cNvSpPr>
          <p:nvPr>
            <p:ph type="body" idx="5"/>
          </p:nvPr>
        </p:nvSpPr>
        <p:spPr>
          <a:xfrm>
            <a:off x="6048375" y="5572125"/>
            <a:ext cx="5686425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8604981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有我師｜教學母片">
    <p:bg>
      <p:bgPr>
        <a:solidFill>
          <a:srgbClr val="10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urity Master"/>
          <p:cNvSpPr txBox="1"/>
          <p:nvPr/>
        </p:nvSpPr>
        <p:spPr>
          <a:xfrm>
            <a:off x="8661654" y="6423660"/>
            <a:ext cx="208871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ASE Confidential / Security-C</a:t>
            </a:r>
            <a:endParaRPr lang="en-US" sz="1200" dirty="0">
              <a:solidFill>
                <a:srgbClr val="C7D4E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brand Master"/>
          <p:cNvSpPr txBox="1"/>
          <p:nvPr/>
        </p:nvSpPr>
        <p:spPr>
          <a:xfrm>
            <a:off x="450342" y="406718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有我師｜講師發表教學範本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［專案／課程名稱］</a:t>
            </a:r>
          </a:p>
        </p:txBody>
      </p:sp>
      <p:sp>
        <p:nvSpPr>
          <p:cNvPr id="9" name="author-slot Placeholder Carrier"/>
          <p:cNvSpPr txBox="1"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［講師／單位／日期］</a:t>
            </a:r>
          </a:p>
        </p:txBody>
      </p:sp>
      <p:sp>
        <p:nvSpPr>
          <p:cNvPr id="10" name="page-slot Placeholder Carrier"/>
          <p:cNvSpPr txBox="1"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fld id="{964709C9-9568-45CC-AFDE-7EE70F01AE1A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1</a:t>
            </a:fld>
            <a:endParaRPr lang="en-US" sz="1050" dirty="0">
              <a:solidFill>
                <a:srgbClr val="C7D4E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1" name="subtitle-slot Placeholder Carrier"/>
          <p:cNvSpPr txBox="1">
            <a:spLocks noGrp="1"/>
          </p:cNvSpPr>
          <p:nvPr>
            <p:ph type="subTitle" idx="3"/>
          </p:nvPr>
        </p:nvSpPr>
        <p:spPr>
          <a:xfrm>
            <a:off x="457200" y="2286000"/>
            <a:ext cx="6286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zh-CN" sz="24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［使用工具／課程副標題］</a:t>
            </a:r>
          </a:p>
        </p:txBody>
      </p:sp>
      <p:sp>
        <p:nvSpPr>
          <p:cNvPr id="12" name="presenter-slot Placeholder Carrier"/>
          <p:cNvSpPr txBox="1">
            <a:spLocks noGrp="1"/>
          </p:cNvSpPr>
          <p:nvPr>
            <p:ph type="body" idx="4"/>
          </p:nvPr>
        </p:nvSpPr>
        <p:spPr>
          <a:xfrm>
            <a:off x="457200" y="4667250"/>
            <a:ext cx="609600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3255"/>
              </a:lnSpc>
              <a:buNone/>
            </a:pPr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［講師姓名］</a:t>
            </a:r>
            <a:br/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［單位／團隊］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認證評估</a:t>
            </a:r>
          </a:p>
        </p:txBody>
      </p:sp>
      <p:sp>
        <p:nvSpPr>
          <p:cNvPr id="10" name="author-slot Placeholder Carrier"/>
          <p:cNvSpPr txBox="1"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［講師／單位／日期］</a:t>
            </a:r>
          </a:p>
        </p:txBody>
      </p:sp>
      <p:sp>
        <p:nvSpPr>
          <p:cNvPr id="11" name="page-slot Placeholder Carrier"/>
          <p:cNvSpPr txBox="1"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2" name="requirements-slot Placeholder Carrier"/>
          <p:cNvSpPr txBox="1">
            <a:spLocks noGrp="1"/>
          </p:cNvSpPr>
          <p:nvPr>
            <p:ph type="body" idx="3"/>
          </p:nvPr>
        </p:nvSpPr>
        <p:spPr>
          <a:xfrm>
            <a:off x="457200" y="1981200"/>
            <a:ext cx="11277600" cy="1181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790"/>
              </a:lnSpc>
              <a:buNone/>
            </a:pPr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認證時間：6～8 分鐘。</a:t>
            </a:r>
            <a:br/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評估方式：說明 Agentic AI 類型應用專案。</a:t>
            </a:r>
            <a:br/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採用此次受訓使用的導入評估方法，以獨立教材與運行影片佐證。</a:t>
            </a:r>
          </a:p>
        </p:txBody>
      </p:sp>
      <p:sp>
        <p:nvSpPr>
          <p:cNvPr id="13" name="criterion-0-slot Placeholder Carrier"/>
          <p:cNvSpPr txBox="1">
            <a:spLocks noGrp="1"/>
          </p:cNvSpPr>
          <p:nvPr>
            <p:ph type="body" idx="4"/>
          </p:nvPr>
        </p:nvSpPr>
        <p:spPr>
          <a:xfrm>
            <a:off x="647700" y="38481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教材編排</a:t>
            </a:r>
          </a:p>
        </p:txBody>
      </p:sp>
      <p:sp>
        <p:nvSpPr>
          <p:cNvPr id="14" name="weight-0-slot Placeholder Carrier"/>
          <p:cNvSpPr txBox="1">
            <a:spLocks noGrp="1"/>
          </p:cNvSpPr>
          <p:nvPr>
            <p:ph type="body" idx="5"/>
          </p:nvPr>
        </p:nvSpPr>
        <p:spPr>
          <a:xfrm>
            <a:off x="10572750" y="3848100"/>
            <a:ext cx="8953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  <p:sp>
        <p:nvSpPr>
          <p:cNvPr id="15" name="criterion-1-slot Placeholder Carrier"/>
          <p:cNvSpPr txBox="1">
            <a:spLocks noGrp="1"/>
          </p:cNvSpPr>
          <p:nvPr>
            <p:ph type="body" idx="6"/>
          </p:nvPr>
        </p:nvSpPr>
        <p:spPr>
          <a:xfrm>
            <a:off x="647700" y="42672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Teaching / Communication（表達評分）</a:t>
            </a:r>
          </a:p>
        </p:txBody>
      </p:sp>
      <p:sp>
        <p:nvSpPr>
          <p:cNvPr id="16" name="weight-1-slot Placeholder Carrier"/>
          <p:cNvSpPr txBox="1">
            <a:spLocks noGrp="1"/>
          </p:cNvSpPr>
          <p:nvPr>
            <p:ph type="body" idx="7"/>
          </p:nvPr>
        </p:nvSpPr>
        <p:spPr>
          <a:xfrm>
            <a:off x="10572750" y="4267200"/>
            <a:ext cx="8953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17" name="criterion-2-slot Placeholder Carrier"/>
          <p:cNvSpPr txBox="1">
            <a:spLocks noGrp="1"/>
          </p:cNvSpPr>
          <p:nvPr>
            <p:ph type="body" idx="8"/>
          </p:nvPr>
        </p:nvSpPr>
        <p:spPr>
          <a:xfrm>
            <a:off x="647700" y="46863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Business Problem / Use Case / Business Impact / Adoption (Domain)</a:t>
            </a:r>
          </a:p>
        </p:txBody>
      </p:sp>
      <p:sp>
        <p:nvSpPr>
          <p:cNvPr id="18" name="weight-2-slot Placeholder Carrier"/>
          <p:cNvSpPr txBox="1">
            <a:spLocks noGrp="1"/>
          </p:cNvSpPr>
          <p:nvPr>
            <p:ph type="body" idx="9"/>
          </p:nvPr>
        </p:nvSpPr>
        <p:spPr>
          <a:xfrm>
            <a:off x="10572750" y="4686300"/>
            <a:ext cx="8953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19" name="criterion-3-slot Placeholder Carrier"/>
          <p:cNvSpPr txBox="1">
            <a:spLocks noGrp="1"/>
          </p:cNvSpPr>
          <p:nvPr>
            <p:ph type="body" idx="10"/>
          </p:nvPr>
        </p:nvSpPr>
        <p:spPr>
          <a:xfrm>
            <a:off x="647700" y="51054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Agent 實作與 Demo</a:t>
            </a:r>
          </a:p>
        </p:txBody>
      </p:sp>
      <p:sp>
        <p:nvSpPr>
          <p:cNvPr id="20" name="weight-3-slot Placeholder Carrier"/>
          <p:cNvSpPr txBox="1">
            <a:spLocks noGrp="1"/>
          </p:cNvSpPr>
          <p:nvPr>
            <p:ph type="body" idx="11"/>
          </p:nvPr>
        </p:nvSpPr>
        <p:spPr>
          <a:xfrm>
            <a:off x="10572750" y="5105400"/>
            <a:ext cx="8953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21" name="criterion-4-slot Placeholder Carrier"/>
          <p:cNvSpPr txBox="1">
            <a:spLocks noGrp="1"/>
          </p:cNvSpPr>
          <p:nvPr>
            <p:ph type="body" idx="12"/>
          </p:nvPr>
        </p:nvSpPr>
        <p:spPr>
          <a:xfrm>
            <a:off x="647700" y="55245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總分</a:t>
            </a:r>
          </a:p>
        </p:txBody>
      </p:sp>
      <p:sp>
        <p:nvSpPr>
          <p:cNvPr id="22" name="weight-4-slot Placeholder Carrier"/>
          <p:cNvSpPr txBox="1">
            <a:spLocks noGrp="1"/>
          </p:cNvSpPr>
          <p:nvPr>
            <p:ph type="body" idx="13"/>
          </p:nvPr>
        </p:nvSpPr>
        <p:spPr>
          <a:xfrm>
            <a:off x="10572750" y="5524500"/>
            <a:ext cx="8953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［專案名稱］</a:t>
            </a:r>
          </a:p>
        </p:txBody>
      </p:sp>
      <p:sp>
        <p:nvSpPr>
          <p:cNvPr id="12" name="author-slot Placeholder Carrier"/>
          <p:cNvSpPr txBox="1"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［講師／單位／日期］</a:t>
            </a:r>
          </a:p>
        </p:txBody>
      </p:sp>
      <p:sp>
        <p:nvSpPr>
          <p:cNvPr id="13" name="page-slot Placeholder Carrier"/>
          <p:cNvSpPr txBox="1"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4" name="summary-slot Placeholder Carrier"/>
          <p:cNvSpPr txBox="1">
            <a:spLocks noGrp="1"/>
          </p:cNvSpPr>
          <p:nvPr>
            <p:ph type="body" idx="3"/>
          </p:nvPr>
        </p:nvSpPr>
        <p:spPr>
          <a:xfrm>
            <a:off x="647700" y="1971675"/>
            <a:ext cx="108966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790"/>
              </a:lnSpc>
              <a:buNone/>
            </a:pPr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一句話：為［使用對象］解決［工作問題］，</a:t>
            </a:r>
            <a:br/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透過［工具／方法］產出［成果］。</a:t>
            </a:r>
          </a:p>
        </p:txBody>
      </p:sp>
      <p:sp>
        <p:nvSpPr>
          <p:cNvPr id="15" name="purpose-slot Placeholder Carrier"/>
          <p:cNvSpPr txBox="1">
            <a:spLocks noGrp="1"/>
          </p:cNvSpPr>
          <p:nvPr>
            <p:ph type="body" idx="4"/>
          </p:nvPr>
        </p:nvSpPr>
        <p:spPr>
          <a:xfrm>
            <a:off x="457200" y="3371850"/>
            <a:ext cx="5257800" cy="1657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790"/>
              </a:lnSpc>
              <a:buNone/>
            </a:pPr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現況痛點：［目前怎麼做？困難？］</a:t>
            </a:r>
            <a:br/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專案目的：［希望改變的結果］</a:t>
            </a:r>
            <a:br/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用途：［實際應用方式］</a:t>
            </a:r>
          </a:p>
        </p:txBody>
      </p:sp>
      <p:sp>
        <p:nvSpPr>
          <p:cNvPr id="16" name="scope-slot Placeholder Carrier"/>
          <p:cNvSpPr txBox="1">
            <a:spLocks noGrp="1"/>
          </p:cNvSpPr>
          <p:nvPr>
            <p:ph type="body" idx="5"/>
          </p:nvPr>
        </p:nvSpPr>
        <p:spPr>
          <a:xfrm>
            <a:off x="6172200" y="3371850"/>
            <a:ext cx="5562600" cy="1657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790"/>
              </a:lnSpc>
              <a:buNone/>
            </a:pPr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適用：［對象／流程／資料／情境］</a:t>
            </a:r>
            <a:br/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不適用：［排除情境與限制］</a:t>
            </a:r>
            <a:br/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負責窗口：［維護者／確認事項］</a:t>
            </a:r>
          </a:p>
        </p:txBody>
      </p:sp>
      <p:sp>
        <p:nvSpPr>
          <p:cNvPr id="17" name="success-slot Placeholder Carrier"/>
          <p:cNvSpPr txBox="1">
            <a:spLocks noGrp="1"/>
          </p:cNvSpPr>
          <p:nvPr>
            <p:ph type="body" idx="6"/>
          </p:nvPr>
        </p:nvSpPr>
        <p:spPr>
          <a:xfrm>
            <a:off x="647700" y="5638800"/>
            <a:ext cx="108966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成功指標：［時間／正確率／成本／採用率］　實際代理：［名稱］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主要工具：［工具名稱／版本］</a:t>
            </a:r>
          </a:p>
        </p:txBody>
      </p:sp>
      <p:sp>
        <p:nvSpPr>
          <p:cNvPr id="17" name="author-slot Placeholder Carrier"/>
          <p:cNvSpPr txBox="1"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［講師／單位／日期］</a:t>
            </a:r>
          </a:p>
        </p:txBody>
      </p:sp>
      <p:sp>
        <p:nvSpPr>
          <p:cNvPr id="18" name="page-slot Placeholder Carrier"/>
          <p:cNvSpPr txBox="1"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9" name="tool-purpose-slot Placeholder Carrier"/>
          <p:cNvSpPr txBox="1">
            <a:spLocks noGrp="1"/>
          </p:cNvSpPr>
          <p:nvPr>
            <p:ph type="body" idx="3"/>
          </p:nvPr>
        </p:nvSpPr>
        <p:spPr>
          <a:xfrm>
            <a:off x="457200" y="1924050"/>
            <a:ext cx="112776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790"/>
              </a:lnSpc>
              <a:buNone/>
            </a:pPr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用途：［負責哪一段任務］</a:t>
            </a:r>
            <a:br/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選用原因：［相較其他方式的優勢與取捨］</a:t>
            </a:r>
          </a:p>
        </p:txBody>
      </p:sp>
      <p:sp>
        <p:nvSpPr>
          <p:cNvPr id="20" name="node-detail-0-slot Placeholder Carrier"/>
          <p:cNvSpPr txBox="1">
            <a:spLocks noGrp="1"/>
          </p:cNvSpPr>
          <p:nvPr>
            <p:ph type="body" idx="4"/>
          </p:nvPr>
        </p:nvSpPr>
        <p:spPr>
          <a:xfrm>
            <a:off x="647700" y="3867150"/>
            <a:ext cx="23241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［需求／檔案］</a:t>
            </a:r>
          </a:p>
        </p:txBody>
      </p:sp>
      <p:sp>
        <p:nvSpPr>
          <p:cNvPr id="21" name="node-detail-1-slot Placeholder Carrier"/>
          <p:cNvSpPr txBox="1">
            <a:spLocks noGrp="1"/>
          </p:cNvSpPr>
          <p:nvPr>
            <p:ph type="body" idx="5"/>
          </p:nvPr>
        </p:nvSpPr>
        <p:spPr>
          <a:xfrm>
            <a:off x="3467100" y="3867150"/>
            <a:ext cx="23241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［判斷與步驟］</a:t>
            </a:r>
          </a:p>
        </p:txBody>
      </p:sp>
      <p:sp>
        <p:nvSpPr>
          <p:cNvPr id="22" name="node-detail-2-slot Placeholder Carrier"/>
          <p:cNvSpPr txBox="1">
            <a:spLocks noGrp="1"/>
          </p:cNvSpPr>
          <p:nvPr>
            <p:ph type="body" idx="6"/>
          </p:nvPr>
        </p:nvSpPr>
        <p:spPr>
          <a:xfrm>
            <a:off x="6286500" y="3867150"/>
            <a:ext cx="23241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［API／DB 等］</a:t>
            </a:r>
          </a:p>
        </p:txBody>
      </p:sp>
      <p:sp>
        <p:nvSpPr>
          <p:cNvPr id="23" name="node-detail-3-slot Placeholder Carrier"/>
          <p:cNvSpPr txBox="1">
            <a:spLocks noGrp="1"/>
          </p:cNvSpPr>
          <p:nvPr>
            <p:ph type="body" idx="7"/>
          </p:nvPr>
        </p:nvSpPr>
        <p:spPr>
          <a:xfrm>
            <a:off x="9105900" y="3867150"/>
            <a:ext cx="23241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［成果格式］</a:t>
            </a:r>
          </a:p>
        </p:txBody>
      </p:sp>
      <p:sp>
        <p:nvSpPr>
          <p:cNvPr id="24" name="key-design-slot Placeholder Carrier"/>
          <p:cNvSpPr txBox="1">
            <a:spLocks noGrp="1"/>
          </p:cNvSpPr>
          <p:nvPr>
            <p:ph type="body" idx="8"/>
          </p:nvPr>
        </p:nvSpPr>
        <p:spPr>
          <a:xfrm>
            <a:off x="457200" y="5610225"/>
            <a:ext cx="11277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［任務拆解／資料檢索／工具呼叫／输出規則／人工確認］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［操作環境／設定項目］</a:t>
            </a:r>
          </a:p>
        </p:txBody>
      </p:sp>
      <p:sp>
        <p:nvSpPr>
          <p:cNvPr id="11" name="author-slot Placeholder Carrier"/>
          <p:cNvSpPr txBox="1"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［講師／單位／日期］</a:t>
            </a:r>
          </a:p>
        </p:txBody>
      </p:sp>
      <p:sp>
        <p:nvSpPr>
          <p:cNvPr id="12" name="page-slot Placeholder Carrier"/>
          <p:cNvSpPr txBox="1"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3" name="setup-picture-slot Placeholder Carrier"/>
          <p:cNvSpPr txBox="1">
            <a:spLocks noGrp="1"/>
          </p:cNvSpPr>
          <p:nvPr>
            <p:ph idx="3"/>
          </p:nvPr>
        </p:nvSpPr>
        <p:spPr>
          <a:xfrm>
            <a:off x="609600" y="2105025"/>
            <a:ext cx="6553200" cy="293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2558"/>
              </a:lnSpc>
            </a:pPr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［插入設定畫面截圖］</a:t>
            </a:r>
            <a:br/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以 ① ② ③ 標示關鍵欄位</a:t>
            </a:r>
          </a:p>
        </p:txBody>
      </p:sp>
      <p:sp>
        <p:nvSpPr>
          <p:cNvPr id="14" name="conditions-slot Placeholder Carrier"/>
          <p:cNvSpPr txBox="1">
            <a:spLocks noGrp="1"/>
          </p:cNvSpPr>
          <p:nvPr>
            <p:ph type="body" idx="4"/>
          </p:nvPr>
        </p:nvSpPr>
        <p:spPr>
          <a:xfrm>
            <a:off x="7639050" y="2390775"/>
            <a:ext cx="409575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558"/>
              </a:lnSpc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［帳號／權限／環境／版本］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［資料來源／檔案／格式］</a:t>
            </a:r>
          </a:p>
        </p:txBody>
      </p:sp>
      <p:sp>
        <p:nvSpPr>
          <p:cNvPr id="15" name="settings-slot Placeholder Carrier"/>
          <p:cNvSpPr txBox="1">
            <a:spLocks noGrp="1"/>
          </p:cNvSpPr>
          <p:nvPr>
            <p:ph type="body" idx="5"/>
          </p:nvPr>
        </p:nvSpPr>
        <p:spPr>
          <a:xfrm>
            <a:off x="7639050" y="3857625"/>
            <a:ext cx="40957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558"/>
              </a:lnSpc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① ［設定值］：［原因］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② ［設定值］：［原因］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③ ［設定值］：［原因］</a:t>
            </a:r>
          </a:p>
        </p:txBody>
      </p:sp>
      <p:sp>
        <p:nvSpPr>
          <p:cNvPr id="16" name="ready-check-slot Placeholder Carrier"/>
          <p:cNvSpPr txBox="1">
            <a:spLocks noGrp="1"/>
          </p:cNvSpPr>
          <p:nvPr>
            <p:ph type="body" idx="6"/>
          </p:nvPr>
        </p:nvSpPr>
        <p:spPr>
          <a:xfrm>
            <a:off x="647700" y="5591175"/>
            <a:ext cx="108966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8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準備完成檢核：［可開始操作的畫面／訊息］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示範任務：［工作目標／使用的輸入資料］</a:t>
            </a:r>
          </a:p>
        </p:txBody>
      </p:sp>
      <p:sp>
        <p:nvSpPr>
          <p:cNvPr id="13" name="author-slot Placeholder Carrier"/>
          <p:cNvSpPr txBox="1"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［講師／單位／日期］</a:t>
            </a:r>
          </a:p>
        </p:txBody>
      </p:sp>
      <p:sp>
        <p:nvSpPr>
          <p:cNvPr id="14" name="page-slot Placeholder Carrier"/>
          <p:cNvSpPr txBox="1"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5" name="step-picture-0-slot Placeholder Carrier"/>
          <p:cNvSpPr txBox="1">
            <a:spLocks noGrp="1"/>
          </p:cNvSpPr>
          <p:nvPr>
            <p:ph idx="3"/>
          </p:nvPr>
        </p:nvSpPr>
        <p:spPr>
          <a:xfrm>
            <a:off x="609600" y="2162175"/>
            <a:ext cx="33147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［步驟 1 畫面］</a:t>
            </a:r>
          </a:p>
        </p:txBody>
      </p:sp>
      <p:sp>
        <p:nvSpPr>
          <p:cNvPr id="16" name="step-detail-0-slot Placeholder Carrier"/>
          <p:cNvSpPr txBox="1">
            <a:spLocks noGrp="1"/>
          </p:cNvSpPr>
          <p:nvPr>
            <p:ph type="body" idx="4"/>
          </p:nvPr>
        </p:nvSpPr>
        <p:spPr>
          <a:xfrm>
            <a:off x="457200" y="4514850"/>
            <a:ext cx="3619500" cy="1152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558"/>
              </a:lnSpc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操作：［位置／按鈕］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輸入：［內容／參數］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確認：［預期畫面］</a:t>
            </a:r>
          </a:p>
        </p:txBody>
      </p:sp>
      <p:sp>
        <p:nvSpPr>
          <p:cNvPr id="17" name="step-picture-1-slot Placeholder Carrier"/>
          <p:cNvSpPr txBox="1">
            <a:spLocks noGrp="1"/>
          </p:cNvSpPr>
          <p:nvPr>
            <p:ph idx="5"/>
          </p:nvPr>
        </p:nvSpPr>
        <p:spPr>
          <a:xfrm>
            <a:off x="4438650" y="2162175"/>
            <a:ext cx="33147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［步驟 2 畫面］</a:t>
            </a:r>
          </a:p>
        </p:txBody>
      </p:sp>
      <p:sp>
        <p:nvSpPr>
          <p:cNvPr id="18" name="step-detail-1-slot Placeholder Carrier"/>
          <p:cNvSpPr txBox="1">
            <a:spLocks noGrp="1"/>
          </p:cNvSpPr>
          <p:nvPr>
            <p:ph type="body" idx="6"/>
          </p:nvPr>
        </p:nvSpPr>
        <p:spPr>
          <a:xfrm>
            <a:off x="4286250" y="4514850"/>
            <a:ext cx="3619500" cy="1152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558"/>
              </a:lnSpc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操作：［執行動作］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設計：［規則／判斷］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確認：［中間結果］</a:t>
            </a:r>
          </a:p>
        </p:txBody>
      </p:sp>
      <p:sp>
        <p:nvSpPr>
          <p:cNvPr id="19" name="step-picture-2-slot Placeholder Carrier"/>
          <p:cNvSpPr txBox="1">
            <a:spLocks noGrp="1"/>
          </p:cNvSpPr>
          <p:nvPr>
            <p:ph idx="7"/>
          </p:nvPr>
        </p:nvSpPr>
        <p:spPr>
          <a:xfrm>
            <a:off x="8267700" y="2162175"/>
            <a:ext cx="33147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［步驟 3 畫面］</a:t>
            </a:r>
          </a:p>
        </p:txBody>
      </p:sp>
      <p:sp>
        <p:nvSpPr>
          <p:cNvPr id="20" name="step-detail-2-slot Placeholder Carrier"/>
          <p:cNvSpPr txBox="1">
            <a:spLocks noGrp="1"/>
          </p:cNvSpPr>
          <p:nvPr>
            <p:ph type="body" idx="8"/>
          </p:nvPr>
        </p:nvSpPr>
        <p:spPr>
          <a:xfrm>
            <a:off x="8115300" y="4514850"/>
            <a:ext cx="3619500" cy="1152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558"/>
              </a:lnSpc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操作：［檢視／匯出］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產出：［內容／格式］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確認：［完成訊號］</a:t>
            </a:r>
          </a:p>
        </p:txBody>
      </p:sp>
      <p:sp>
        <p:nvSpPr>
          <p:cNvPr id="21" name="question-slot Placeholder Carrier"/>
          <p:cNvSpPr txBox="1">
            <a:spLocks noGrp="1"/>
          </p:cNvSpPr>
          <p:nvPr>
            <p:ph type="body" idx="9"/>
          </p:nvPr>
        </p:nvSpPr>
        <p:spPr>
          <a:xfrm>
            <a:off x="457200" y="5848350"/>
            <a:ext cx="112776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停下來問：［哪個操作最容易做錯？為什麼這樣設計？］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［示範結果／學員練習名稱］</a:t>
            </a:r>
          </a:p>
        </p:txBody>
      </p:sp>
      <p:sp>
        <p:nvSpPr>
          <p:cNvPr id="10" name="author-slot Placeholder Carrier"/>
          <p:cNvSpPr txBox="1"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［講師／單位／日期］</a:t>
            </a:r>
          </a:p>
        </p:txBody>
      </p:sp>
      <p:sp>
        <p:nvSpPr>
          <p:cNvPr id="11" name="page-slot Placeholder Carrier"/>
          <p:cNvSpPr txBox="1"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2" name="result-picture-slot Placeholder Carrier"/>
          <p:cNvSpPr txBox="1">
            <a:spLocks noGrp="1"/>
          </p:cNvSpPr>
          <p:nvPr>
            <p:ph idx="3"/>
          </p:nvPr>
        </p:nvSpPr>
        <p:spPr>
          <a:xfrm>
            <a:off x="609600" y="2152650"/>
            <a:ext cx="6172200" cy="2324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2558"/>
              </a:lnSpc>
            </a:pPr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［插入結果畫面］</a:t>
            </a:r>
            <a:br/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標示正確輸出與需人工判讀區域</a:t>
            </a:r>
          </a:p>
        </p:txBody>
      </p:sp>
      <p:sp>
        <p:nvSpPr>
          <p:cNvPr id="13" name="demo-link-slot Placeholder Carrier"/>
          <p:cNvSpPr txBox="1">
            <a:spLocks noGrp="1"/>
          </p:cNvSpPr>
          <p:nvPr>
            <p:ph type="body" idx="4"/>
          </p:nvPr>
        </p:nvSpPr>
        <p:spPr>
          <a:xfrm>
            <a:off x="457200" y="4810125"/>
            <a:ext cx="647700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Demo 影片：［檔名／連結／播放片段］</a:t>
            </a:r>
          </a:p>
        </p:txBody>
      </p:sp>
      <p:sp>
        <p:nvSpPr>
          <p:cNvPr id="14" name="result-check-slot Placeholder Carrier"/>
          <p:cNvSpPr txBox="1">
            <a:spLocks noGrp="1"/>
          </p:cNvSpPr>
          <p:nvPr>
            <p:ph type="body" idx="5"/>
          </p:nvPr>
        </p:nvSpPr>
        <p:spPr>
          <a:xfrm>
            <a:off x="7277100" y="2495550"/>
            <a:ext cx="44577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558"/>
              </a:lnSpc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正確性：［比對來源／判讀規則］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完整性：［必要欄位／格式］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異常情境：［常見錯誤訊息］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處理方式：［檢查／修正動作］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無法確認：［停止條件／求助窗口］</a:t>
            </a:r>
          </a:p>
        </p:txBody>
      </p:sp>
      <p:sp>
        <p:nvSpPr>
          <p:cNvPr id="15" name="practice-slot Placeholder Carrier"/>
          <p:cNvSpPr txBox="1">
            <a:spLocks noGrp="1"/>
          </p:cNvSpPr>
          <p:nvPr>
            <p:ph type="body" idx="6"/>
          </p:nvPr>
        </p:nvSpPr>
        <p:spPr>
          <a:xfrm>
            <a:off x="647700" y="5591175"/>
            <a:ext cx="1089660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558"/>
              </a:lnSpc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練習任務：［指定資料與可觀察的工作結果］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繳交成果：［輸出檔／截圖］　完成標準：［具體判定條件］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學習成果：［學員現在能獨立完成的任務］</a:t>
            </a:r>
          </a:p>
        </p:txBody>
      </p:sp>
      <p:sp>
        <p:nvSpPr>
          <p:cNvPr id="13" name="author-slot Placeholder Carrier"/>
          <p:cNvSpPr txBox="1"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［講師／單位／日期］</a:t>
            </a:r>
          </a:p>
        </p:txBody>
      </p:sp>
      <p:sp>
        <p:nvSpPr>
          <p:cNvPr id="14" name="page-slot Placeholder Carrier"/>
          <p:cNvSpPr txBox="1"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5" name="review-0-slot Placeholder Carrier"/>
          <p:cNvSpPr txBox="1">
            <a:spLocks noGrp="1"/>
          </p:cNvSpPr>
          <p:nvPr>
            <p:ph type="body" idx="3"/>
          </p:nvPr>
        </p:nvSpPr>
        <p:spPr>
          <a:xfrm>
            <a:off x="457200" y="2305050"/>
            <a:ext cx="7086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［痛點 → 目的 → 適用範圍］</a:t>
            </a:r>
          </a:p>
        </p:txBody>
      </p:sp>
      <p:sp>
        <p:nvSpPr>
          <p:cNvPr id="16" name="review-1-slot Placeholder Carrier"/>
          <p:cNvSpPr txBox="1">
            <a:spLocks noGrp="1"/>
          </p:cNvSpPr>
          <p:nvPr>
            <p:ph type="body" idx="4"/>
          </p:nvPr>
        </p:nvSpPr>
        <p:spPr>
          <a:xfrm>
            <a:off x="457200" y="3248025"/>
            <a:ext cx="7086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［輸入 → 處理 → 工具／資料 → 輸出］</a:t>
            </a:r>
          </a:p>
        </p:txBody>
      </p:sp>
      <p:sp>
        <p:nvSpPr>
          <p:cNvPr id="17" name="review-2-slot Placeholder Carrier"/>
          <p:cNvSpPr txBox="1">
            <a:spLocks noGrp="1"/>
          </p:cNvSpPr>
          <p:nvPr>
            <p:ph type="body" idx="5"/>
          </p:nvPr>
        </p:nvSpPr>
        <p:spPr>
          <a:xfrm>
            <a:off x="457200" y="4191000"/>
            <a:ext cx="7086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［準備 → 核心操作 → 取得成果］</a:t>
            </a:r>
          </a:p>
        </p:txBody>
      </p:sp>
      <p:sp>
        <p:nvSpPr>
          <p:cNvPr id="18" name="review-3-slot Placeholder Carrier"/>
          <p:cNvSpPr txBox="1">
            <a:spLocks noGrp="1"/>
          </p:cNvSpPr>
          <p:nvPr>
            <p:ph type="body" idx="6"/>
          </p:nvPr>
        </p:nvSpPr>
        <p:spPr>
          <a:xfrm>
            <a:off x="457200" y="5133975"/>
            <a:ext cx="7086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［結果檢核 → 指標比對 → 證據］</a:t>
            </a:r>
          </a:p>
        </p:txBody>
      </p:sp>
      <p:sp>
        <p:nvSpPr>
          <p:cNvPr id="19" name="understanding-slot Placeholder Carrier"/>
          <p:cNvSpPr txBox="1">
            <a:spLocks noGrp="1"/>
          </p:cNvSpPr>
          <p:nvPr>
            <p:ph type="body" idx="7"/>
          </p:nvPr>
        </p:nvSpPr>
        <p:spPr>
          <a:xfrm>
            <a:off x="8153400" y="2609850"/>
            <a:ext cx="3371850" cy="3038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ts val="2558"/>
              </a:lnSpc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請學員用自己的話說明：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［工具何時適用？］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［哪一步需人工確認？］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［遇到錯誤如何處理？］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依回答補充，而非重講教材。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帶走三個可應用的原則</a:t>
            </a:r>
          </a:p>
        </p:txBody>
      </p:sp>
      <p:sp>
        <p:nvSpPr>
          <p:cNvPr id="9" name="author-slot Placeholder Carrier"/>
          <p:cNvSpPr txBox="1"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［講師／單位／日期］</a:t>
            </a:r>
          </a:p>
        </p:txBody>
      </p:sp>
      <p:sp>
        <p:nvSpPr>
          <p:cNvPr id="10" name="page-slot Placeholder Carrier"/>
          <p:cNvSpPr txBox="1"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principle-0-slot Placeholder Carrier"/>
          <p:cNvSpPr txBox="1">
            <a:spLocks noGrp="1"/>
          </p:cNvSpPr>
          <p:nvPr>
            <p:ph type="body" idx="3"/>
          </p:nvPr>
        </p:nvSpPr>
        <p:spPr>
          <a:xfrm>
            <a:off x="457200" y="2085975"/>
            <a:ext cx="112776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　［先釐清問題，再選工具］</a:t>
            </a:r>
          </a:p>
        </p:txBody>
      </p:sp>
      <p:sp>
        <p:nvSpPr>
          <p:cNvPr id="12" name="principle-1-slot Placeholder Carrier"/>
          <p:cNvSpPr txBox="1">
            <a:spLocks noGrp="1"/>
          </p:cNvSpPr>
          <p:nvPr>
            <p:ph type="body" idx="4"/>
          </p:nvPr>
        </p:nvSpPr>
        <p:spPr>
          <a:xfrm>
            <a:off x="457200" y="2771775"/>
            <a:ext cx="112776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　［拆解任務，保留必要的人工確認］</a:t>
            </a:r>
          </a:p>
        </p:txBody>
      </p:sp>
      <p:sp>
        <p:nvSpPr>
          <p:cNvPr id="13" name="principle-2-slot Placeholder Carrier"/>
          <p:cNvSpPr txBox="1">
            <a:spLocks noGrp="1"/>
          </p:cNvSpPr>
          <p:nvPr>
            <p:ph type="body" idx="5"/>
          </p:nvPr>
        </p:nvSpPr>
        <p:spPr>
          <a:xfrm>
            <a:off x="457200" y="3457575"/>
            <a:ext cx="112776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　［用可驗證的成果，確認工具真的有用］</a:t>
            </a:r>
          </a:p>
        </p:txBody>
      </p:sp>
      <p:sp>
        <p:nvSpPr>
          <p:cNvPr id="14" name="action-slot Placeholder Carrier"/>
          <p:cNvSpPr txBox="1">
            <a:spLocks noGrp="1"/>
          </p:cNvSpPr>
          <p:nvPr>
            <p:ph type="body" idx="6"/>
          </p:nvPr>
        </p:nvSpPr>
        <p:spPr>
          <a:xfrm>
            <a:off x="647700" y="4943475"/>
            <a:ext cx="108966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790"/>
              </a:lnSpc>
              <a:buNone/>
            </a:pPr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在［期限］前，用［真實工作情境］完成［小規模試用］，</a:t>
            </a:r>
            <a:br/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記錄［驗證結果］。</a:t>
            </a:r>
          </a:p>
        </p:txBody>
      </p:sp>
      <p:sp>
        <p:nvSpPr>
          <p:cNvPr id="15" name="contact-slot Placeholder Carrier"/>
          <p:cNvSpPr txBox="1">
            <a:spLocks noGrp="1"/>
          </p:cNvSpPr>
          <p:nvPr>
            <p:ph type="body" idx="7"/>
          </p:nvPr>
        </p:nvSpPr>
        <p:spPr>
          <a:xfrm>
            <a:off x="647700" y="5734050"/>
            <a:ext cx="10896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教材／工具：［位置或連結］　問題回饋：［聯絡窗口／管道］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Workflow</a:t>
            </a:r>
          </a:p>
        </p:txBody>
      </p:sp>
      <p:sp>
        <p:nvSpPr>
          <p:cNvPr id="7" name="author-slot Placeholder Carrier"/>
          <p:cNvSpPr txBox="1"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［講師／單位／日期］</a:t>
            </a:r>
          </a:p>
        </p:txBody>
      </p:sp>
      <p:sp>
        <p:nvSpPr>
          <p:cNvPr id="8" name="page-slot Placeholder Carrier"/>
          <p:cNvSpPr txBox="1"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chnology-slot Placeholder Carrier"/>
          <p:cNvSpPr txBox="1">
            <a:spLocks noGrp="1"/>
          </p:cNvSpPr>
          <p:nvPr>
            <p:ph type="body" idx="3"/>
          </p:nvPr>
        </p:nvSpPr>
        <p:spPr>
          <a:xfrm>
            <a:off x="457200" y="2009775"/>
            <a:ext cx="5191125" cy="1495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3022"/>
              </a:lnSpc>
              <a:buNone/>
            </a:pPr>
            <a:r>
              <a:rPr lang="zh-CN" sz="19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技術選擇</a:t>
            </a:r>
            <a:br/>
            <a:r>
              <a:rPr lang="zh-CN" sz="19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拆解步驟</a:t>
            </a:r>
            <a:br/>
            <a:r>
              <a:rPr lang="zh-CN" sz="19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串聯入門模型</a:t>
            </a:r>
            <a:br/>
            <a:r>
              <a:rPr lang="zh-CN" sz="19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達成高難度任務</a:t>
            </a:r>
          </a:p>
        </p:txBody>
      </p:sp>
      <p:sp>
        <p:nvSpPr>
          <p:cNvPr id="10" name="tools-slot Placeholder Carrier"/>
          <p:cNvSpPr txBox="1">
            <a:spLocks noGrp="1"/>
          </p:cNvSpPr>
          <p:nvPr>
            <p:ph type="body" idx="4"/>
          </p:nvPr>
        </p:nvSpPr>
        <p:spPr>
          <a:xfrm>
            <a:off x="457200" y="3781425"/>
            <a:ext cx="5191125" cy="2228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790"/>
              </a:lnSpc>
              <a:buNone/>
            </a:pPr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DB 資料調用</a:t>
            </a:r>
            <a:br/>
            <a:r>
              <a:rPr lang="en-US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RAG</a:t>
            </a:r>
            <a:br/>
            <a:r>
              <a:rPr lang="en-US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Call Tool</a:t>
            </a:r>
            <a:br/>
            <a:r>
              <a:rPr lang="en-US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Cowork (Multi_agent)</a:t>
            </a:r>
            <a:br/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分類器 (Jev)</a:t>
            </a:r>
          </a:p>
        </p:txBody>
      </p:sp>
      <p:pic>
        <p:nvPicPr>
          <p:cNvPr id="11" name="reference-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5" y="2273579"/>
            <a:ext cx="5686425" cy="2806142"/>
          </a:xfrm>
          <a:prstGeom prst="rect">
            <a:avLst/>
          </a:prstGeom>
        </p:spPr>
      </p:pic>
      <p:sp>
        <p:nvSpPr>
          <p:cNvPr id="12" name="reference-caption-slot Placeholder Carrier"/>
          <p:cNvSpPr txBox="1">
            <a:spLocks noGrp="1"/>
          </p:cNvSpPr>
          <p:nvPr>
            <p:ph type="body" idx="5"/>
          </p:nvPr>
        </p:nvSpPr>
        <p:spPr>
          <a:xfrm>
            <a:off x="6048375" y="5572125"/>
            <a:ext cx="5686425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［架構說明／參考來源］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Security C</Template>
  <TotalTime>0</TotalTime>
  <Words>1391</Words>
  <Application>Microsoft Office PowerPoint</Application>
  <PresentationFormat>寬螢幕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Microsoft JhengHei</vt:lpstr>
      <vt:lpstr>Arial</vt:lpstr>
      <vt:lpstr>Calibri</vt:lpstr>
      <vt:lpstr>Office 佈景主題</vt:lpstr>
      <vt:lpstr>［專案／課程名稱］</vt:lpstr>
      <vt:lpstr>認證評估</vt:lpstr>
      <vt:lpstr>［專案名稱］</vt:lpstr>
      <vt:lpstr>主要工具：［工具名稱／版本］</vt:lpstr>
      <vt:lpstr>［操作環境／設定項目］</vt:lpstr>
      <vt:lpstr>示範任務：［工作目標／使用的輸入資料］</vt:lpstr>
      <vt:lpstr>［示範結果／學員練習名稱］</vt:lpstr>
      <vt:lpstr>學習成果：［學員現在能獨立完成的任務］</vt:lpstr>
      <vt:lpstr>帶走三個可應用的原則</vt:lpstr>
      <vt:lpstr>Workflow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［專案／課程名稱］</dc:title>
  <dc:subject/>
  <dc:creator>郭寶媚</dc:creator>
  <cp:keywords>Security C</cp:keywords>
  <dc:description>Security C</dc:description>
  <cp:lastModifiedBy>郭寶媚</cp:lastModifiedBy>
  <cp:revision>1</cp:revision>
  <dcterms:created xsi:type="dcterms:W3CDTF">2026-10-23T06:47:43Z</dcterms:created>
  <dcterms:modified xsi:type="dcterms:W3CDTF">2026-10-23T06:48:17Z</dcterms:modified>
  <cp:category/>
  <cp:contentStatus/>
  <dc:language/>
</cp:coreProperties>
</file>